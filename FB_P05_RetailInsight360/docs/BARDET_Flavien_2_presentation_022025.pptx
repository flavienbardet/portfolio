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7562850" cx="10693400"/>
  <p:notesSz cx="10693400" cy="7562850"/>
  <p:embeddedFontLst>
    <p:embeddedFont>
      <p:font typeface="Nunito"/>
      <p:regular r:id="rId24"/>
      <p:bold r:id="rId25"/>
      <p:italic r:id="rId26"/>
      <p:boldItalic r:id="rId27"/>
    </p:embeddedFont>
    <p:embeddedFont>
      <p:font typeface="Montserrat"/>
      <p:regular r:id="rId28"/>
      <p:bold r:id="rId29"/>
      <p:italic r:id="rId30"/>
      <p:boldItalic r:id="rId31"/>
    </p:embeddedFont>
    <p:embeddedFont>
      <p:font typeface="Maven Pro"/>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4" roundtripDataSignature="AMtx7mim2PLaQJx4ukHwWi/EYw2EasDn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Montserrat-regular.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MavenPro-bold.fntdata"/><Relationship Id="rId10" Type="http://schemas.openxmlformats.org/officeDocument/2006/relationships/slide" Target="slides/slide5.xml"/><Relationship Id="rId32" Type="http://schemas.openxmlformats.org/officeDocument/2006/relationships/font" Target="fonts/MavenPro-regular.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u="none" cap="none" strike="noStrike">
                <a:solidFill>
                  <a:srgbClr val="374151"/>
                </a:solidFill>
                <a:latin typeface="Arial"/>
                <a:ea typeface="Arial"/>
                <a:cs typeface="Arial"/>
                <a:sym typeface="Arial"/>
              </a:rPr>
              <a:t>Bienvenue dans cette présentation du projet RetailInsight360, qui vise à optimiser l'expérience client en analysant leurs retours et </a:t>
            </a:r>
            <a:r>
              <a:rPr lang="fr-FR" sz="1200">
                <a:solidFill>
                  <a:srgbClr val="374151"/>
                </a:solidFill>
              </a:rPr>
              <a:t>à </a:t>
            </a:r>
            <a:r>
              <a:rPr b="0" i="0" lang="fr-FR" sz="1200" u="none" cap="none" strike="noStrike">
                <a:solidFill>
                  <a:srgbClr val="374151"/>
                </a:solidFill>
                <a:latin typeface="Arial"/>
                <a:ea typeface="Arial"/>
                <a:cs typeface="Arial"/>
                <a:sym typeface="Arial"/>
              </a:rPr>
              <a:t>identifi</a:t>
            </a:r>
            <a:r>
              <a:rPr lang="fr-FR" sz="1200">
                <a:solidFill>
                  <a:srgbClr val="374151"/>
                </a:solidFill>
              </a:rPr>
              <a:t>er</a:t>
            </a:r>
            <a:r>
              <a:rPr b="0" i="0" lang="fr-FR" sz="1200" u="none" cap="none" strike="noStrike">
                <a:solidFill>
                  <a:srgbClr val="374151"/>
                </a:solidFill>
                <a:latin typeface="Arial"/>
                <a:ea typeface="Arial"/>
                <a:cs typeface="Arial"/>
                <a:sym typeface="Arial"/>
              </a:rPr>
              <a:t> les possibles axes d'amélioration. Je suis Flavien Bardet, Business Analyst chez BestMarket, et je vais vous présenter notre approche pour exploiter ces retours afin d’améliorer la satisfaction client et renforcer la fidélité.</a:t>
            </a:r>
            <a:endParaRPr sz="1200">
              <a:solidFill>
                <a:schemeClr val="dk1"/>
              </a:solidFill>
              <a:latin typeface="Calibri"/>
              <a:ea typeface="Calibri"/>
              <a:cs typeface="Calibri"/>
              <a:sym typeface="Calibri"/>
            </a:endParaRPr>
          </a:p>
        </p:txBody>
      </p:sp>
      <p:sp>
        <p:nvSpPr>
          <p:cNvPr id="300" name="Google Shape;300;p1: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Bienvenue dans cette présentation dédiée au projet RetailInsight360. L’objectif de ce projet est d’analyser et d’exploiter les retours clients pour optimiser leur satisfaction et renforcer leur fidélité. Comprendre les attentes des clients dans un marché en constante évolution permet d’améliorer leur expérience. Les bénéfices attendus incluent une augmentation du Net Promoter Score (NPS), une réduction des coûts liés aux retours et une amélioration de la réputation de BestMarket. Cette initiative est essentielle pour assurer la pérennité et la compétitivité de l’enseigne.</a:t>
            </a:r>
            <a:endParaRPr sz="1200">
              <a:solidFill>
                <a:schemeClr val="dk1"/>
              </a:solidFill>
              <a:latin typeface="Calibri"/>
              <a:ea typeface="Calibri"/>
              <a:cs typeface="Calibri"/>
              <a:sym typeface="Calibri"/>
            </a:endParaRPr>
          </a:p>
        </p:txBody>
      </p:sp>
      <p:sp>
        <p:nvSpPr>
          <p:cNvPr id="308" name="Google Shape;308;p2: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Analyser les retours clients est une démarche essentielle pour identifier les sources d'insatisfaction et prendre les bonnes décisions. En exploitant ces feedbacks, nous pouvons réduire les points de friction, améliorer la fidélisation des clients et orienter les actions correctives là où elles sont le plus nécessaires. Un projet bien mené dans ce domaine impacte directement la notoriété et la performance globale de l’enseigne. Une meilleure satisfaction client se traduit par une augmentation du Net Promoter Score (NPS) et une diminution des coûts liés aux retours et aux plaintes.</a:t>
            </a:r>
            <a:endParaRPr sz="1200">
              <a:solidFill>
                <a:schemeClr val="dk1"/>
              </a:solidFill>
              <a:latin typeface="Calibri"/>
              <a:ea typeface="Calibri"/>
              <a:cs typeface="Calibri"/>
              <a:sym typeface="Calibri"/>
            </a:endParaRPr>
          </a:p>
        </p:txBody>
      </p:sp>
      <p:sp>
        <p:nvSpPr>
          <p:cNvPr id="318" name="Google Shape;318;p3: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L'extraction et le traitement des données sont des étapes cruciales pour garantir la qualité des analyses. Nous avons commencé par l'importation des fichiers sources au format CSV, une méthode courante pour centraliser les données issues de différents canaux. Ensuite, un nettoyage approfondi a été réalisé pour supprimer les doublons et traiter les valeurs manquantes, garantissant ainsi des données exploitables et fiables. Enfin, ces données ont été intégrées dans MariaDB, une base de données robuste qui permet de structurer les informations et de faciliter les requêtes analytiques.</a:t>
            </a:r>
            <a:endParaRPr sz="1200">
              <a:solidFill>
                <a:schemeClr val="dk1"/>
              </a:solidFill>
              <a:latin typeface="Calibri"/>
              <a:ea typeface="Calibri"/>
              <a:cs typeface="Calibri"/>
              <a:sym typeface="Calibri"/>
            </a:endParaRPr>
          </a:p>
        </p:txBody>
      </p:sp>
      <p:sp>
        <p:nvSpPr>
          <p:cNvPr id="328" name="Google Shape;328;p4: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L’évolution de la base de données a nécessité plusieurs modifications pour mieux répondre aux exigences du projet. Une nouvelle table dédiée aux retours clients a été ajoutée afin de centraliser ces informations et d'améliorer leur analyse. Le dictionnaire de données a également été mis à jour pour intégrer de nouveaux champs, facilitant ainsi le suivi des interactions clients. Enfin, le schéma relationnel a été revu afin d’optimiser les performances et garantir une cohérence entre les différentes entités de la base de données.</a:t>
            </a:r>
            <a:endParaRPr sz="1200">
              <a:solidFill>
                <a:schemeClr val="dk1"/>
              </a:solidFill>
              <a:latin typeface="Calibri"/>
              <a:ea typeface="Calibri"/>
              <a:cs typeface="Calibri"/>
              <a:sym typeface="Calibri"/>
            </a:endParaRPr>
          </a:p>
        </p:txBody>
      </p:sp>
      <p:sp>
        <p:nvSpPr>
          <p:cNvPr id="339" name="Google Shape;339;p5: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L’extraction des données s’est accompagnée d’un travail de structuration et de contrôle qualité. Les informations chargées dans la base de données sont désormais bien intégrées et suivent un format structuré, facilitant leur analyse. Nous avons mis en place des vérifications pour garantir la cohérence et l'intégrité des données, assurant ainsi une exploitation fiable et efficace.</a:t>
            </a:r>
            <a:endParaRPr sz="1200">
              <a:solidFill>
                <a:schemeClr val="dk1"/>
              </a:solidFill>
              <a:latin typeface="Calibri"/>
              <a:ea typeface="Calibri"/>
              <a:cs typeface="Calibri"/>
              <a:sym typeface="Calibri"/>
            </a:endParaRPr>
          </a:p>
        </p:txBody>
      </p:sp>
      <p:sp>
        <p:nvSpPr>
          <p:cNvPr id="350" name="Google Shape;350;p6: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Afin d'améliorer l'analyse et la gestion des données, le dictionnaire de données a été mis à jour avec de nouveaux champs. Ces ajouts permettent une meilleure structuration des informations, rendant leur exploitation plus fluide et intuitive. Une documentation détaillée accompagne ces modifications afin d’assurer une compréhension optimale des relations entre les différentes entités.</a:t>
            </a:r>
            <a:endParaRPr sz="1200">
              <a:solidFill>
                <a:schemeClr val="dk1"/>
              </a:solidFill>
              <a:latin typeface="Calibri"/>
              <a:ea typeface="Calibri"/>
              <a:cs typeface="Calibri"/>
              <a:sym typeface="Calibri"/>
            </a:endParaRPr>
          </a:p>
        </p:txBody>
      </p:sp>
      <p:sp>
        <p:nvSpPr>
          <p:cNvPr id="360" name="Google Shape;360;p7: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Le schéma relationnel de la base de données a été mis à jour afin de garantir une meilleure cohérence des données et d’améliorer les performances. Les relations entre tables ont été repensées pour optimiser les analyses et réduire les redondances. Une nouvelle table dédiée aux retours clients a été intégrée, permettant une exploitation plus efficace des données.</a:t>
            </a:r>
            <a:endParaRPr sz="1200">
              <a:solidFill>
                <a:schemeClr val="dk1"/>
              </a:solidFill>
              <a:latin typeface="Calibri"/>
              <a:ea typeface="Calibri"/>
              <a:cs typeface="Calibri"/>
              <a:sym typeface="Calibri"/>
            </a:endParaRPr>
          </a:p>
        </p:txBody>
      </p:sp>
      <p:sp>
        <p:nvSpPr>
          <p:cNvPr id="372" name="Google Shape;372;p8: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Une nouvelle table a été ajoutée afin de structurer et centraliser les retours clients. Cette table permet d’améliorer la gestion des données en établissant des relations précises avec les autres entités de la base. Grâce à cette structuration, les analyses et le reporting sont optimisés, facilitant ainsi l’extraction d’informations exploitables.</a:t>
            </a:r>
            <a:endParaRPr sz="1200">
              <a:solidFill>
                <a:schemeClr val="dk1"/>
              </a:solidFill>
              <a:latin typeface="Calibri"/>
              <a:ea typeface="Calibri"/>
              <a:cs typeface="Calibri"/>
              <a:sym typeface="Calibri"/>
            </a:endParaRPr>
          </a:p>
        </p:txBody>
      </p:sp>
      <p:sp>
        <p:nvSpPr>
          <p:cNvPr id="382" name="Google Shape;382;p9: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Un contrôle strict de la cohérence des données est essentiel pour garantir des analyses fiables. Nous avons mis en place un processus pour identifier et supprimer les doublons, évitant ainsi les biais statistiques. De plus, une vérification des clés étrangères a été réalisée pour garantir l’intégrité des relations entre les tables. Enfin, nous avons analysé les valeurs nulles dans les champs critiques et appliqué des corrections pour assurer la complétude des données.</a:t>
            </a:r>
            <a:endParaRPr sz="1200">
              <a:solidFill>
                <a:schemeClr val="dk1"/>
              </a:solidFill>
              <a:latin typeface="Calibri"/>
              <a:ea typeface="Calibri"/>
              <a:cs typeface="Calibri"/>
              <a:sym typeface="Calibri"/>
            </a:endParaRPr>
          </a:p>
        </p:txBody>
      </p:sp>
      <p:sp>
        <p:nvSpPr>
          <p:cNvPr id="394" name="Google Shape;394;p10: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L’analyse SQL permet d’exploiter efficacement les données clients pour générer des insights stratégiques. Nous avons adopté une approche qui repose sur trois axes : l’identification des tendances pour détecter des motifs récurrents dans les retours clients, la segmentation des données par catégories et magasins afin de mieux comprendre les disparités, et enfin l’optimisation de la prise de décision grâce aux résultats obtenus.</a:t>
            </a:r>
            <a:endParaRPr sz="1200">
              <a:solidFill>
                <a:schemeClr val="dk1"/>
              </a:solidFill>
              <a:latin typeface="Calibri"/>
              <a:ea typeface="Calibri"/>
              <a:cs typeface="Calibri"/>
              <a:sym typeface="Calibri"/>
            </a:endParaRPr>
          </a:p>
        </p:txBody>
      </p:sp>
      <p:sp>
        <p:nvSpPr>
          <p:cNvPr id="405" name="Google Shape;405;p11: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Cette requête SQL permet d’examiner la satisfaction des clients sur les produits de la catégorie 'Boissons'. En utilisant la fonction AVG(), nous calculons la note moyenne attribuée par les clients. Les résultats obtenus permettent d’identifier les produits les mieux notés ainsi que ceux nécessitant des améliorations. Cette analyse aide à ajuster les offres et optimiser la satisfaction client.</a:t>
            </a:r>
            <a:endParaRPr sz="1200">
              <a:solidFill>
                <a:schemeClr val="dk1"/>
              </a:solidFill>
              <a:latin typeface="Calibri"/>
              <a:ea typeface="Calibri"/>
              <a:cs typeface="Calibri"/>
              <a:sym typeface="Calibri"/>
            </a:endParaRPr>
          </a:p>
        </p:txBody>
      </p:sp>
      <p:sp>
        <p:nvSpPr>
          <p:cNvPr id="413" name="Google Shape;413;p12: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Cette requête vise à classer les jours de la semaine selon la satisfaction client en magasin. En utilisant la fonction DAYNAME() pour extraire le jour et AVG() pour calculer la note moyenne, nous identifions les jours où l’expérience client est la meilleure. Ces informations permettent d’ajuster les stratégies commerciales et de mieux répartir les ressources humaines.</a:t>
            </a:r>
            <a:endParaRPr sz="1200">
              <a:solidFill>
                <a:schemeClr val="dk1"/>
              </a:solidFill>
              <a:latin typeface="Calibri"/>
              <a:ea typeface="Calibri"/>
              <a:cs typeface="Calibri"/>
              <a:sym typeface="Calibri"/>
            </a:endParaRPr>
          </a:p>
        </p:txBody>
      </p:sp>
      <p:sp>
        <p:nvSpPr>
          <p:cNvPr id="423" name="Google Shape;423;p13: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Cette requête vise à analyser si le Black Friday entraîne une augmentation des retours négatifs des produits high-tech. En filtrant les données selon deux périodes distinctes, nous comparons le taux de retours négatifs afin d’évaluer l’impact des promotions sur la satisfaction client. Ces insights permettent d’ajuster les politiques de vente et de service après-vente.</a:t>
            </a:r>
            <a:endParaRPr sz="1200">
              <a:solidFill>
                <a:schemeClr val="dk1"/>
              </a:solidFill>
              <a:latin typeface="Calibri"/>
              <a:ea typeface="Calibri"/>
              <a:cs typeface="Calibri"/>
              <a:sym typeface="Calibri"/>
            </a:endParaRPr>
          </a:p>
        </p:txBody>
      </p:sp>
      <p:sp>
        <p:nvSpPr>
          <p:cNvPr id="430" name="Google Shape;430;p14: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L’analyse des retours clients met en évidence plusieurs points clés. Les problèmes liés à la livraison doivent être une priorité pour améliorer l’expérience client. Enfin, en étudiant les magasins les mieux notés, il est possible d’identifier des bonnes pratiques et de les appliquer aux autres points de vente afin d’harmoniser la qualité du service.</a:t>
            </a:r>
            <a:endParaRPr sz="1200">
              <a:solidFill>
                <a:schemeClr val="dk1"/>
              </a:solidFill>
              <a:latin typeface="Calibri"/>
              <a:ea typeface="Calibri"/>
              <a:cs typeface="Calibri"/>
              <a:sym typeface="Calibri"/>
            </a:endParaRPr>
          </a:p>
        </p:txBody>
      </p:sp>
      <p:sp>
        <p:nvSpPr>
          <p:cNvPr id="440" name="Google Shape;440;p15: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En conclusion, notre analyse des retours clients a permis d’identifier des leviers d’amélioration stratégiques. Premièrement, l’optimisation de la logistique doit être une priorité afin de réduire les problèmes liés à la livraison. Ensuite, la valorisation des produits ayant les meilleures évaluations représente une opportunité pour renforcer la satisfaction client et les ventes. Enfin, il est essentiel de standardiser les meilleures pratiques observées dans les magasins les plus performants afin d’améliorer l’expérience client à l’échelle de l’ensemble du réseau.</a:t>
            </a:r>
            <a:endParaRPr sz="1200">
              <a:solidFill>
                <a:schemeClr val="dk1"/>
              </a:solidFill>
              <a:latin typeface="Calibri"/>
              <a:ea typeface="Calibri"/>
              <a:cs typeface="Calibri"/>
              <a:sym typeface="Calibri"/>
            </a:endParaRPr>
          </a:p>
        </p:txBody>
      </p:sp>
      <p:sp>
        <p:nvSpPr>
          <p:cNvPr id="450" name="Google Shape;450;p16: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Afin d'améliorer durablement l’expérience client, un plan d’action structuré est nécessaire. L’amélioration des délais de livraison doit être une priorité via un suivi précis et un renforcement des partenariats logistiques. Ensuite, l’exploitation continue des retours clients permettra d’ajuster les offres et d’anticiper les besoins des consommateurs. Enfin, l’optimisation des bases de données garantira une meilleure exploitation des informations collectées, renforçant ainsi la qualité des analyses et la pertinence des décisions.</a:t>
            </a:r>
            <a:endParaRPr sz="1200">
              <a:solidFill>
                <a:schemeClr val="dk1"/>
              </a:solidFill>
              <a:latin typeface="Calibri"/>
              <a:ea typeface="Calibri"/>
              <a:cs typeface="Calibri"/>
              <a:sym typeface="Calibri"/>
            </a:endParaRPr>
          </a:p>
        </p:txBody>
      </p:sp>
      <p:sp>
        <p:nvSpPr>
          <p:cNvPr id="463" name="Google Shape;463;p17: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i="0" lang="fr-FR" sz="1200">
                <a:solidFill>
                  <a:srgbClr val="374151"/>
                </a:solidFill>
                <a:latin typeface="Arial"/>
                <a:ea typeface="Arial"/>
                <a:cs typeface="Arial"/>
                <a:sym typeface="Arial"/>
              </a:rPr>
              <a:t>Merci pour votre attention à cette présentation. N’hésitez pas à poser vos questions pour approfondir certains points ou échanger sur les axes d’amélioration.</a:t>
            </a:r>
            <a:endParaRPr sz="1200">
              <a:solidFill>
                <a:schemeClr val="dk1"/>
              </a:solidFill>
              <a:latin typeface="Calibri"/>
              <a:ea typeface="Calibri"/>
              <a:cs typeface="Calibri"/>
              <a:sym typeface="Calibri"/>
            </a:endParaRPr>
          </a:p>
        </p:txBody>
      </p:sp>
      <p:sp>
        <p:nvSpPr>
          <p:cNvPr id="474" name="Google Shape;474;p18: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g3395ef0ac48_0_5"/>
          <p:cNvGrpSpPr/>
          <p:nvPr/>
        </p:nvGrpSpPr>
        <p:grpSpPr>
          <a:xfrm>
            <a:off x="8586908" y="5013587"/>
            <a:ext cx="1977949" cy="2547539"/>
            <a:chOff x="7343003" y="3409675"/>
            <a:chExt cx="1691422" cy="1732548"/>
          </a:xfrm>
        </p:grpSpPr>
        <p:grpSp>
          <p:nvGrpSpPr>
            <p:cNvPr id="11" name="Google Shape;11;g3395ef0ac48_0_5"/>
            <p:cNvGrpSpPr/>
            <p:nvPr/>
          </p:nvGrpSpPr>
          <p:grpSpPr>
            <a:xfrm>
              <a:off x="7343003" y="4453711"/>
              <a:ext cx="316800" cy="688513"/>
              <a:chOff x="7343003" y="4453711"/>
              <a:chExt cx="316800" cy="688513"/>
            </a:xfrm>
          </p:grpSpPr>
          <p:sp>
            <p:nvSpPr>
              <p:cNvPr id="12" name="Google Shape;12;g3395ef0ac48_0_5"/>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3" name="Google Shape;13;g3395ef0ac48_0_5"/>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4" name="Google Shape;14;g3395ef0ac48_0_5"/>
            <p:cNvGrpSpPr/>
            <p:nvPr/>
          </p:nvGrpSpPr>
          <p:grpSpPr>
            <a:xfrm>
              <a:off x="7801210" y="4105700"/>
              <a:ext cx="316800" cy="1036523"/>
              <a:chOff x="7801210" y="4105700"/>
              <a:chExt cx="316800" cy="1036523"/>
            </a:xfrm>
          </p:grpSpPr>
          <p:sp>
            <p:nvSpPr>
              <p:cNvPr id="15" name="Google Shape;15;g3395ef0ac48_0_5"/>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6" name="Google Shape;16;g3395ef0ac48_0_5"/>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7" name="Google Shape;17;g3395ef0ac48_0_5"/>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8" name="Google Shape;18;g3395ef0ac48_0_5"/>
            <p:cNvGrpSpPr/>
            <p:nvPr/>
          </p:nvGrpSpPr>
          <p:grpSpPr>
            <a:xfrm>
              <a:off x="8259418" y="3757688"/>
              <a:ext cx="316800" cy="1384535"/>
              <a:chOff x="8259418" y="3757688"/>
              <a:chExt cx="316800" cy="1384535"/>
            </a:xfrm>
          </p:grpSpPr>
          <p:sp>
            <p:nvSpPr>
              <p:cNvPr id="19" name="Google Shape;19;g3395ef0ac48_0_5"/>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0" name="Google Shape;20;g3395ef0ac48_0_5"/>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1" name="Google Shape;21;g3395ef0ac48_0_5"/>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2" name="Google Shape;22;g3395ef0ac48_0_5"/>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3" name="Google Shape;23;g3395ef0ac48_0_5"/>
            <p:cNvGrpSpPr/>
            <p:nvPr/>
          </p:nvGrpSpPr>
          <p:grpSpPr>
            <a:xfrm>
              <a:off x="8717625" y="3409675"/>
              <a:ext cx="316800" cy="1732548"/>
              <a:chOff x="8717625" y="3409675"/>
              <a:chExt cx="316800" cy="1732548"/>
            </a:xfrm>
          </p:grpSpPr>
          <p:sp>
            <p:nvSpPr>
              <p:cNvPr id="24" name="Google Shape;24;g3395ef0ac48_0_5"/>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5" name="Google Shape;25;g3395ef0ac48_0_5"/>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6" name="Google Shape;26;g3395ef0ac48_0_5"/>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7" name="Google Shape;27;g3395ef0ac48_0_5"/>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8" name="Google Shape;28;g3395ef0ac48_0_5"/>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grpSp>
        <p:nvGrpSpPr>
          <p:cNvPr id="29" name="Google Shape;29;g3395ef0ac48_0_5"/>
          <p:cNvGrpSpPr/>
          <p:nvPr/>
        </p:nvGrpSpPr>
        <p:grpSpPr>
          <a:xfrm>
            <a:off x="5897872" y="0"/>
            <a:ext cx="4460176" cy="5645016"/>
            <a:chOff x="5043503" y="0"/>
            <a:chExt cx="3814072" cy="3839102"/>
          </a:xfrm>
        </p:grpSpPr>
        <p:sp>
          <p:nvSpPr>
            <p:cNvPr id="30" name="Google Shape;30;g3395ef0ac48_0_5"/>
            <p:cNvSpPr/>
            <p:nvPr/>
          </p:nvSpPr>
          <p:spPr>
            <a:xfrm>
              <a:off x="8460975" y="1817775"/>
              <a:ext cx="396600" cy="396600"/>
            </a:xfrm>
            <a:prstGeom prst="ellipse">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31" name="Google Shape;31;g3395ef0ac48_0_5"/>
            <p:cNvSpPr/>
            <p:nvPr/>
          </p:nvSpPr>
          <p:spPr>
            <a:xfrm rot="-9830444">
              <a:off x="6469759" y="3480728"/>
              <a:ext cx="320148" cy="320148"/>
            </a:xfrm>
            <a:prstGeom prst="ellipse">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nvGrpSpPr>
            <p:cNvPr id="32" name="Google Shape;32;g3395ef0ac48_0_5"/>
            <p:cNvGrpSpPr/>
            <p:nvPr/>
          </p:nvGrpSpPr>
          <p:grpSpPr>
            <a:xfrm>
              <a:off x="7647812" y="2704283"/>
              <a:ext cx="635219" cy="635219"/>
              <a:chOff x="6725724" y="2701260"/>
              <a:chExt cx="1208101" cy="1208100"/>
            </a:xfrm>
          </p:grpSpPr>
          <p:sp>
            <p:nvSpPr>
              <p:cNvPr id="33" name="Google Shape;33;g3395ef0ac48_0_5"/>
              <p:cNvSpPr/>
              <p:nvPr/>
            </p:nvSpPr>
            <p:spPr>
              <a:xfrm rot="5400000">
                <a:off x="6725725" y="2701260"/>
                <a:ext cx="1208100" cy="1208100"/>
              </a:xfrm>
              <a:prstGeom prst="ellipse">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34" name="Google Shape;34;g3395ef0ac48_0_5"/>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35" name="Google Shape;35;g3395ef0ac48_0_5"/>
              <p:cNvSpPr/>
              <p:nvPr/>
            </p:nvSpPr>
            <p:spPr>
              <a:xfrm rot="5400000">
                <a:off x="6954988" y="2930398"/>
                <a:ext cx="749700" cy="749700"/>
              </a:xfrm>
              <a:prstGeom prst="ellipse">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sp>
          <p:nvSpPr>
            <p:cNvPr id="36" name="Google Shape;36;g3395ef0ac48_0_5"/>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nvGrpSpPr>
            <p:cNvPr id="37" name="Google Shape;37;g3395ef0ac48_0_5"/>
            <p:cNvGrpSpPr/>
            <p:nvPr/>
          </p:nvGrpSpPr>
          <p:grpSpPr>
            <a:xfrm>
              <a:off x="7952720" y="179238"/>
              <a:ext cx="873165" cy="873003"/>
              <a:chOff x="7754428" y="208725"/>
              <a:chExt cx="541800" cy="541800"/>
            </a:xfrm>
          </p:grpSpPr>
          <p:sp>
            <p:nvSpPr>
              <p:cNvPr id="38" name="Google Shape;38;g3395ef0ac48_0_5"/>
              <p:cNvSpPr/>
              <p:nvPr/>
            </p:nvSpPr>
            <p:spPr>
              <a:xfrm rot="-8647347">
                <a:off x="7831319" y="285616"/>
                <a:ext cx="388018" cy="388018"/>
              </a:xfrm>
              <a:prstGeom prst="ellipse">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39" name="Google Shape;39;g3395ef0ac48_0_5"/>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sp>
          <p:nvSpPr>
            <p:cNvPr id="40" name="Google Shape;40;g3395ef0ac48_0_5"/>
            <p:cNvSpPr/>
            <p:nvPr/>
          </p:nvSpPr>
          <p:spPr>
            <a:xfrm>
              <a:off x="5399840" y="356365"/>
              <a:ext cx="2577000" cy="2577000"/>
            </a:xfrm>
            <a:prstGeom prst="ellipse">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41" name="Google Shape;41;g3395ef0ac48_0_5"/>
            <p:cNvSpPr/>
            <p:nvPr/>
          </p:nvSpPr>
          <p:spPr>
            <a:xfrm rot="2043858">
              <a:off x="5503813" y="460310"/>
              <a:ext cx="2369480" cy="2369480"/>
            </a:xfrm>
            <a:prstGeom prst="ellipse">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42" name="Google Shape;42;g3395ef0ac48_0_5"/>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43" name="Google Shape;43;g3395ef0ac48_0_5"/>
            <p:cNvSpPr/>
            <p:nvPr/>
          </p:nvSpPr>
          <p:spPr>
            <a:xfrm rot="2044777">
              <a:off x="5911449" y="867729"/>
              <a:ext cx="1554223" cy="1554223"/>
            </a:xfrm>
            <a:prstGeom prst="ellipse">
              <a:avLst/>
            </a:prstGeom>
            <a:solidFill>
              <a:schemeClr val="accent3"/>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44" name="Google Shape;44;g3395ef0ac48_0_5"/>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45" name="Google Shape;45;g3395ef0ac48_0_5"/>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sp>
        <p:nvSpPr>
          <p:cNvPr id="46" name="Google Shape;46;g3395ef0ac48_0_5"/>
          <p:cNvSpPr txBox="1"/>
          <p:nvPr>
            <p:ph type="ctrTitle"/>
          </p:nvPr>
        </p:nvSpPr>
        <p:spPr>
          <a:xfrm>
            <a:off x="963622" y="2372902"/>
            <a:ext cx="4976700" cy="2754000"/>
          </a:xfrm>
          <a:prstGeom prst="rect">
            <a:avLst/>
          </a:prstGeom>
        </p:spPr>
        <p:txBody>
          <a:bodyPr anchorCtr="0" anchor="ctr" bIns="116075" lIns="116075" spcFirstLastPara="1" rIns="116075" wrap="square" tIns="116075">
            <a:normAutofit/>
          </a:bodyPr>
          <a:lstStyle>
            <a:lvl1pPr lvl="0">
              <a:spcBef>
                <a:spcPts val="0"/>
              </a:spcBef>
              <a:spcAft>
                <a:spcPts val="0"/>
              </a:spcAft>
              <a:buClr>
                <a:schemeClr val="lt1"/>
              </a:buClr>
              <a:buSzPts val="4600"/>
              <a:buNone/>
              <a:defRPr sz="4600">
                <a:solidFill>
                  <a:schemeClr val="lt1"/>
                </a:solidFill>
              </a:defRPr>
            </a:lvl1pPr>
            <a:lvl2pPr lvl="1">
              <a:spcBef>
                <a:spcPts val="0"/>
              </a:spcBef>
              <a:spcAft>
                <a:spcPts val="0"/>
              </a:spcAft>
              <a:buClr>
                <a:schemeClr val="lt1"/>
              </a:buClr>
              <a:buSzPts val="4600"/>
              <a:buNone/>
              <a:defRPr sz="4600">
                <a:solidFill>
                  <a:schemeClr val="lt1"/>
                </a:solidFill>
              </a:defRPr>
            </a:lvl2pPr>
            <a:lvl3pPr lvl="2">
              <a:spcBef>
                <a:spcPts val="0"/>
              </a:spcBef>
              <a:spcAft>
                <a:spcPts val="0"/>
              </a:spcAft>
              <a:buClr>
                <a:schemeClr val="lt1"/>
              </a:buClr>
              <a:buSzPts val="4600"/>
              <a:buNone/>
              <a:defRPr sz="4600">
                <a:solidFill>
                  <a:schemeClr val="lt1"/>
                </a:solidFill>
              </a:defRPr>
            </a:lvl3pPr>
            <a:lvl4pPr lvl="3">
              <a:spcBef>
                <a:spcPts val="0"/>
              </a:spcBef>
              <a:spcAft>
                <a:spcPts val="0"/>
              </a:spcAft>
              <a:buClr>
                <a:schemeClr val="lt1"/>
              </a:buClr>
              <a:buSzPts val="4600"/>
              <a:buNone/>
              <a:defRPr sz="4600">
                <a:solidFill>
                  <a:schemeClr val="lt1"/>
                </a:solidFill>
              </a:defRPr>
            </a:lvl4pPr>
            <a:lvl5pPr lvl="4">
              <a:spcBef>
                <a:spcPts val="0"/>
              </a:spcBef>
              <a:spcAft>
                <a:spcPts val="0"/>
              </a:spcAft>
              <a:buClr>
                <a:schemeClr val="lt1"/>
              </a:buClr>
              <a:buSzPts val="4600"/>
              <a:buNone/>
              <a:defRPr sz="4600">
                <a:solidFill>
                  <a:schemeClr val="lt1"/>
                </a:solidFill>
              </a:defRPr>
            </a:lvl5pPr>
            <a:lvl6pPr lvl="5">
              <a:spcBef>
                <a:spcPts val="0"/>
              </a:spcBef>
              <a:spcAft>
                <a:spcPts val="0"/>
              </a:spcAft>
              <a:buClr>
                <a:schemeClr val="lt1"/>
              </a:buClr>
              <a:buSzPts val="4600"/>
              <a:buNone/>
              <a:defRPr sz="4600">
                <a:solidFill>
                  <a:schemeClr val="lt1"/>
                </a:solidFill>
              </a:defRPr>
            </a:lvl6pPr>
            <a:lvl7pPr lvl="6">
              <a:spcBef>
                <a:spcPts val="0"/>
              </a:spcBef>
              <a:spcAft>
                <a:spcPts val="0"/>
              </a:spcAft>
              <a:buClr>
                <a:schemeClr val="lt1"/>
              </a:buClr>
              <a:buSzPts val="4600"/>
              <a:buNone/>
              <a:defRPr sz="4600">
                <a:solidFill>
                  <a:schemeClr val="lt1"/>
                </a:solidFill>
              </a:defRPr>
            </a:lvl7pPr>
            <a:lvl8pPr lvl="7">
              <a:spcBef>
                <a:spcPts val="0"/>
              </a:spcBef>
              <a:spcAft>
                <a:spcPts val="0"/>
              </a:spcAft>
              <a:buClr>
                <a:schemeClr val="lt1"/>
              </a:buClr>
              <a:buSzPts val="4600"/>
              <a:buNone/>
              <a:defRPr sz="4600">
                <a:solidFill>
                  <a:schemeClr val="lt1"/>
                </a:solidFill>
              </a:defRPr>
            </a:lvl8pPr>
            <a:lvl9pPr lvl="8">
              <a:spcBef>
                <a:spcPts val="0"/>
              </a:spcBef>
              <a:spcAft>
                <a:spcPts val="0"/>
              </a:spcAft>
              <a:buClr>
                <a:schemeClr val="lt1"/>
              </a:buClr>
              <a:buSzPts val="4600"/>
              <a:buNone/>
              <a:defRPr sz="4600">
                <a:solidFill>
                  <a:schemeClr val="lt1"/>
                </a:solidFill>
              </a:defRPr>
            </a:lvl9pPr>
          </a:lstStyle>
          <a:p/>
        </p:txBody>
      </p:sp>
      <p:sp>
        <p:nvSpPr>
          <p:cNvPr id="47" name="Google Shape;47;g3395ef0ac48_0_5"/>
          <p:cNvSpPr txBox="1"/>
          <p:nvPr>
            <p:ph idx="1" type="subTitle"/>
          </p:nvPr>
        </p:nvSpPr>
        <p:spPr>
          <a:xfrm>
            <a:off x="963622" y="5287893"/>
            <a:ext cx="4976700" cy="1022400"/>
          </a:xfrm>
          <a:prstGeom prst="rect">
            <a:avLst/>
          </a:prstGeom>
        </p:spPr>
        <p:txBody>
          <a:bodyPr anchorCtr="0" anchor="t" bIns="116075" lIns="116075" spcFirstLastPara="1" rIns="116075" wrap="square" tIns="116075">
            <a:normAutofit/>
          </a:bodyPr>
          <a:lstStyle>
            <a:lvl1pPr lvl="0">
              <a:lnSpc>
                <a:spcPct val="100000"/>
              </a:lnSpc>
              <a:spcBef>
                <a:spcPts val="0"/>
              </a:spcBef>
              <a:spcAft>
                <a:spcPts val="0"/>
              </a:spcAft>
              <a:buClr>
                <a:schemeClr val="lt1"/>
              </a:buClr>
              <a:buSzPts val="2000"/>
              <a:buNone/>
              <a:defRPr sz="2000">
                <a:solidFill>
                  <a:schemeClr val="lt1"/>
                </a:solidFill>
              </a:defRPr>
            </a:lvl1pPr>
            <a:lvl2pPr lvl="1">
              <a:lnSpc>
                <a:spcPct val="100000"/>
              </a:lnSpc>
              <a:spcBef>
                <a:spcPts val="0"/>
              </a:spcBef>
              <a:spcAft>
                <a:spcPts val="0"/>
              </a:spcAft>
              <a:buClr>
                <a:schemeClr val="lt1"/>
              </a:buClr>
              <a:buSzPts val="2000"/>
              <a:buNone/>
              <a:defRPr sz="2000">
                <a:solidFill>
                  <a:schemeClr val="lt1"/>
                </a:solidFill>
              </a:defRPr>
            </a:lvl2pPr>
            <a:lvl3pPr lvl="2">
              <a:lnSpc>
                <a:spcPct val="100000"/>
              </a:lnSpc>
              <a:spcBef>
                <a:spcPts val="0"/>
              </a:spcBef>
              <a:spcAft>
                <a:spcPts val="0"/>
              </a:spcAft>
              <a:buClr>
                <a:schemeClr val="lt1"/>
              </a:buClr>
              <a:buSzPts val="2000"/>
              <a:buNone/>
              <a:defRPr sz="2000">
                <a:solidFill>
                  <a:schemeClr val="lt1"/>
                </a:solidFill>
              </a:defRPr>
            </a:lvl3pPr>
            <a:lvl4pPr lvl="3">
              <a:lnSpc>
                <a:spcPct val="100000"/>
              </a:lnSpc>
              <a:spcBef>
                <a:spcPts val="0"/>
              </a:spcBef>
              <a:spcAft>
                <a:spcPts val="0"/>
              </a:spcAft>
              <a:buClr>
                <a:schemeClr val="lt1"/>
              </a:buClr>
              <a:buSzPts val="2000"/>
              <a:buNone/>
              <a:defRPr sz="2000">
                <a:solidFill>
                  <a:schemeClr val="lt1"/>
                </a:solidFill>
              </a:defRPr>
            </a:lvl4pPr>
            <a:lvl5pPr lvl="4">
              <a:lnSpc>
                <a:spcPct val="100000"/>
              </a:lnSpc>
              <a:spcBef>
                <a:spcPts val="0"/>
              </a:spcBef>
              <a:spcAft>
                <a:spcPts val="0"/>
              </a:spcAft>
              <a:buClr>
                <a:schemeClr val="lt1"/>
              </a:buClr>
              <a:buSzPts val="2000"/>
              <a:buNone/>
              <a:defRPr sz="2000">
                <a:solidFill>
                  <a:schemeClr val="lt1"/>
                </a:solidFill>
              </a:defRPr>
            </a:lvl5pPr>
            <a:lvl6pPr lvl="5">
              <a:lnSpc>
                <a:spcPct val="100000"/>
              </a:lnSpc>
              <a:spcBef>
                <a:spcPts val="0"/>
              </a:spcBef>
              <a:spcAft>
                <a:spcPts val="0"/>
              </a:spcAft>
              <a:buClr>
                <a:schemeClr val="lt1"/>
              </a:buClr>
              <a:buSzPts val="2000"/>
              <a:buNone/>
              <a:defRPr sz="2000">
                <a:solidFill>
                  <a:schemeClr val="lt1"/>
                </a:solidFill>
              </a:defRPr>
            </a:lvl6pPr>
            <a:lvl7pPr lvl="6">
              <a:lnSpc>
                <a:spcPct val="100000"/>
              </a:lnSpc>
              <a:spcBef>
                <a:spcPts val="0"/>
              </a:spcBef>
              <a:spcAft>
                <a:spcPts val="0"/>
              </a:spcAft>
              <a:buClr>
                <a:schemeClr val="lt1"/>
              </a:buClr>
              <a:buSzPts val="2000"/>
              <a:buNone/>
              <a:defRPr sz="2000">
                <a:solidFill>
                  <a:schemeClr val="lt1"/>
                </a:solidFill>
              </a:defRPr>
            </a:lvl7pPr>
            <a:lvl8pPr lvl="7">
              <a:lnSpc>
                <a:spcPct val="100000"/>
              </a:lnSpc>
              <a:spcBef>
                <a:spcPts val="0"/>
              </a:spcBef>
              <a:spcAft>
                <a:spcPts val="0"/>
              </a:spcAft>
              <a:buClr>
                <a:schemeClr val="lt1"/>
              </a:buClr>
              <a:buSzPts val="2000"/>
              <a:buNone/>
              <a:defRPr sz="2000">
                <a:solidFill>
                  <a:schemeClr val="lt1"/>
                </a:solidFill>
              </a:defRPr>
            </a:lvl8pPr>
            <a:lvl9pPr lvl="8">
              <a:lnSpc>
                <a:spcPct val="100000"/>
              </a:lnSpc>
              <a:spcBef>
                <a:spcPts val="0"/>
              </a:spcBef>
              <a:spcAft>
                <a:spcPts val="0"/>
              </a:spcAft>
              <a:buClr>
                <a:schemeClr val="lt1"/>
              </a:buClr>
              <a:buSzPts val="2000"/>
              <a:buNone/>
              <a:defRPr sz="2000">
                <a:solidFill>
                  <a:schemeClr val="lt1"/>
                </a:solidFill>
              </a:defRPr>
            </a:lvl9pPr>
          </a:lstStyle>
          <a:p/>
        </p:txBody>
      </p:sp>
      <p:sp>
        <p:nvSpPr>
          <p:cNvPr id="48" name="Google Shape;48;g3395ef0ac48_0_5"/>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g3395ef0ac48_0_45"/>
          <p:cNvGrpSpPr/>
          <p:nvPr/>
        </p:nvGrpSpPr>
        <p:grpSpPr>
          <a:xfrm>
            <a:off x="171631" y="5008"/>
            <a:ext cx="1442121" cy="2035820"/>
            <a:chOff x="146769" y="3406"/>
            <a:chExt cx="1233215" cy="1384535"/>
          </a:xfrm>
        </p:grpSpPr>
        <p:grpSp>
          <p:nvGrpSpPr>
            <p:cNvPr id="51" name="Google Shape;51;g3395ef0ac48_0_45"/>
            <p:cNvGrpSpPr/>
            <p:nvPr/>
          </p:nvGrpSpPr>
          <p:grpSpPr>
            <a:xfrm>
              <a:off x="1063183" y="3406"/>
              <a:ext cx="316800" cy="688513"/>
              <a:chOff x="1063183" y="3406"/>
              <a:chExt cx="316800" cy="688513"/>
            </a:xfrm>
          </p:grpSpPr>
          <p:sp>
            <p:nvSpPr>
              <p:cNvPr id="52" name="Google Shape;52;g3395ef0ac48_0_45"/>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53" name="Google Shape;53;g3395ef0ac48_0_45"/>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54" name="Google Shape;54;g3395ef0ac48_0_45"/>
            <p:cNvGrpSpPr/>
            <p:nvPr/>
          </p:nvGrpSpPr>
          <p:grpSpPr>
            <a:xfrm>
              <a:off x="604976" y="3406"/>
              <a:ext cx="316800" cy="1036524"/>
              <a:chOff x="604976" y="3406"/>
              <a:chExt cx="316800" cy="1036524"/>
            </a:xfrm>
          </p:grpSpPr>
          <p:sp>
            <p:nvSpPr>
              <p:cNvPr id="55" name="Google Shape;55;g3395ef0ac48_0_45"/>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56" name="Google Shape;56;g3395ef0ac48_0_45"/>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57" name="Google Shape;57;g3395ef0ac48_0_45"/>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58" name="Google Shape;58;g3395ef0ac48_0_45"/>
            <p:cNvGrpSpPr/>
            <p:nvPr/>
          </p:nvGrpSpPr>
          <p:grpSpPr>
            <a:xfrm>
              <a:off x="146769" y="3406"/>
              <a:ext cx="316800" cy="1384535"/>
              <a:chOff x="146769" y="3406"/>
              <a:chExt cx="316800" cy="1384535"/>
            </a:xfrm>
          </p:grpSpPr>
          <p:sp>
            <p:nvSpPr>
              <p:cNvPr id="59" name="Google Shape;59;g3395ef0ac48_0_45"/>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60" name="Google Shape;60;g3395ef0ac48_0_45"/>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61" name="Google Shape;61;g3395ef0ac48_0_45"/>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62" name="Google Shape;62;g3395ef0ac48_0_45"/>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grpSp>
        <p:nvGrpSpPr>
          <p:cNvPr id="63" name="Google Shape;63;g3395ef0ac48_0_45"/>
          <p:cNvGrpSpPr/>
          <p:nvPr/>
        </p:nvGrpSpPr>
        <p:grpSpPr>
          <a:xfrm>
            <a:off x="7922783" y="4270054"/>
            <a:ext cx="2556481" cy="3292961"/>
            <a:chOff x="6775084" y="2904008"/>
            <a:chExt cx="2186148" cy="2239500"/>
          </a:xfrm>
        </p:grpSpPr>
        <p:grpSp>
          <p:nvGrpSpPr>
            <p:cNvPr id="64" name="Google Shape;64;g3395ef0ac48_0_45"/>
            <p:cNvGrpSpPr/>
            <p:nvPr/>
          </p:nvGrpSpPr>
          <p:grpSpPr>
            <a:xfrm>
              <a:off x="6775084" y="4253708"/>
              <a:ext cx="409500" cy="889800"/>
              <a:chOff x="6775084" y="4253708"/>
              <a:chExt cx="409500" cy="889800"/>
            </a:xfrm>
          </p:grpSpPr>
          <p:sp>
            <p:nvSpPr>
              <p:cNvPr id="65" name="Google Shape;65;g3395ef0ac48_0_45"/>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66" name="Google Shape;66;g3395ef0ac48_0_45"/>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67" name="Google Shape;67;g3395ef0ac48_0_45"/>
            <p:cNvGrpSpPr/>
            <p:nvPr/>
          </p:nvGrpSpPr>
          <p:grpSpPr>
            <a:xfrm>
              <a:off x="7367299" y="3804008"/>
              <a:ext cx="409500" cy="1339500"/>
              <a:chOff x="7367299" y="3804008"/>
              <a:chExt cx="409500" cy="1339500"/>
            </a:xfrm>
          </p:grpSpPr>
          <p:sp>
            <p:nvSpPr>
              <p:cNvPr id="68" name="Google Shape;68;g3395ef0ac48_0_45"/>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69" name="Google Shape;69;g3395ef0ac48_0_45"/>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70" name="Google Shape;70;g3395ef0ac48_0_45"/>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71" name="Google Shape;71;g3395ef0ac48_0_45"/>
            <p:cNvGrpSpPr/>
            <p:nvPr/>
          </p:nvGrpSpPr>
          <p:grpSpPr>
            <a:xfrm>
              <a:off x="7959516" y="3354008"/>
              <a:ext cx="409500" cy="1789500"/>
              <a:chOff x="7959516" y="3354008"/>
              <a:chExt cx="409500" cy="1789500"/>
            </a:xfrm>
          </p:grpSpPr>
          <p:sp>
            <p:nvSpPr>
              <p:cNvPr id="72" name="Google Shape;72;g3395ef0ac48_0_45"/>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73" name="Google Shape;73;g3395ef0ac48_0_45"/>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74" name="Google Shape;74;g3395ef0ac48_0_45"/>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75" name="Google Shape;75;g3395ef0ac48_0_45"/>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76" name="Google Shape;76;g3395ef0ac48_0_45"/>
            <p:cNvGrpSpPr/>
            <p:nvPr/>
          </p:nvGrpSpPr>
          <p:grpSpPr>
            <a:xfrm>
              <a:off x="8551731" y="2904008"/>
              <a:ext cx="409500" cy="2239500"/>
              <a:chOff x="8551731" y="2904008"/>
              <a:chExt cx="409500" cy="2239500"/>
            </a:xfrm>
          </p:grpSpPr>
          <p:sp>
            <p:nvSpPr>
              <p:cNvPr id="77" name="Google Shape;77;g3395ef0ac48_0_45"/>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78" name="Google Shape;78;g3395ef0ac48_0_45"/>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79" name="Google Shape;79;g3395ef0ac48_0_45"/>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80" name="Google Shape;80;g3395ef0ac48_0_45"/>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81" name="Google Shape;81;g3395ef0ac48_0_45"/>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sp>
        <p:nvSpPr>
          <p:cNvPr id="82" name="Google Shape;82;g3395ef0ac48_0_45"/>
          <p:cNvSpPr txBox="1"/>
          <p:nvPr>
            <p:ph type="title"/>
          </p:nvPr>
        </p:nvSpPr>
        <p:spPr>
          <a:xfrm>
            <a:off x="963622" y="2372920"/>
            <a:ext cx="6850500" cy="2754000"/>
          </a:xfrm>
          <a:prstGeom prst="rect">
            <a:avLst/>
          </a:prstGeom>
        </p:spPr>
        <p:txBody>
          <a:bodyPr anchorCtr="0" anchor="ctr" bIns="116075" lIns="116075" spcFirstLastPara="1" rIns="116075" wrap="square" tIns="116075">
            <a:normAutofit/>
          </a:bodyPr>
          <a:lstStyle>
            <a:lvl1pPr lvl="0">
              <a:spcBef>
                <a:spcPts val="0"/>
              </a:spcBef>
              <a:spcAft>
                <a:spcPts val="0"/>
              </a:spcAft>
              <a:buClr>
                <a:schemeClr val="lt1"/>
              </a:buClr>
              <a:buSzPts val="4600"/>
              <a:buNone/>
              <a:defRPr sz="4600">
                <a:solidFill>
                  <a:schemeClr val="lt1"/>
                </a:solidFill>
              </a:defRPr>
            </a:lvl1pPr>
            <a:lvl2pPr lvl="1">
              <a:spcBef>
                <a:spcPts val="0"/>
              </a:spcBef>
              <a:spcAft>
                <a:spcPts val="0"/>
              </a:spcAft>
              <a:buClr>
                <a:schemeClr val="lt1"/>
              </a:buClr>
              <a:buSzPts val="4600"/>
              <a:buNone/>
              <a:defRPr sz="4600">
                <a:solidFill>
                  <a:schemeClr val="lt1"/>
                </a:solidFill>
              </a:defRPr>
            </a:lvl2pPr>
            <a:lvl3pPr lvl="2">
              <a:spcBef>
                <a:spcPts val="0"/>
              </a:spcBef>
              <a:spcAft>
                <a:spcPts val="0"/>
              </a:spcAft>
              <a:buClr>
                <a:schemeClr val="lt1"/>
              </a:buClr>
              <a:buSzPts val="4600"/>
              <a:buNone/>
              <a:defRPr sz="4600">
                <a:solidFill>
                  <a:schemeClr val="lt1"/>
                </a:solidFill>
              </a:defRPr>
            </a:lvl3pPr>
            <a:lvl4pPr lvl="3">
              <a:spcBef>
                <a:spcPts val="0"/>
              </a:spcBef>
              <a:spcAft>
                <a:spcPts val="0"/>
              </a:spcAft>
              <a:buClr>
                <a:schemeClr val="lt1"/>
              </a:buClr>
              <a:buSzPts val="4600"/>
              <a:buNone/>
              <a:defRPr sz="4600">
                <a:solidFill>
                  <a:schemeClr val="lt1"/>
                </a:solidFill>
              </a:defRPr>
            </a:lvl4pPr>
            <a:lvl5pPr lvl="4">
              <a:spcBef>
                <a:spcPts val="0"/>
              </a:spcBef>
              <a:spcAft>
                <a:spcPts val="0"/>
              </a:spcAft>
              <a:buClr>
                <a:schemeClr val="lt1"/>
              </a:buClr>
              <a:buSzPts val="4600"/>
              <a:buNone/>
              <a:defRPr sz="4600">
                <a:solidFill>
                  <a:schemeClr val="lt1"/>
                </a:solidFill>
              </a:defRPr>
            </a:lvl5pPr>
            <a:lvl6pPr lvl="5">
              <a:spcBef>
                <a:spcPts val="0"/>
              </a:spcBef>
              <a:spcAft>
                <a:spcPts val="0"/>
              </a:spcAft>
              <a:buClr>
                <a:schemeClr val="lt1"/>
              </a:buClr>
              <a:buSzPts val="4600"/>
              <a:buNone/>
              <a:defRPr sz="4600">
                <a:solidFill>
                  <a:schemeClr val="lt1"/>
                </a:solidFill>
              </a:defRPr>
            </a:lvl6pPr>
            <a:lvl7pPr lvl="6">
              <a:spcBef>
                <a:spcPts val="0"/>
              </a:spcBef>
              <a:spcAft>
                <a:spcPts val="0"/>
              </a:spcAft>
              <a:buClr>
                <a:schemeClr val="lt1"/>
              </a:buClr>
              <a:buSzPts val="4600"/>
              <a:buNone/>
              <a:defRPr sz="4600">
                <a:solidFill>
                  <a:schemeClr val="lt1"/>
                </a:solidFill>
              </a:defRPr>
            </a:lvl7pPr>
            <a:lvl8pPr lvl="7">
              <a:spcBef>
                <a:spcPts val="0"/>
              </a:spcBef>
              <a:spcAft>
                <a:spcPts val="0"/>
              </a:spcAft>
              <a:buClr>
                <a:schemeClr val="lt1"/>
              </a:buClr>
              <a:buSzPts val="4600"/>
              <a:buNone/>
              <a:defRPr sz="4600">
                <a:solidFill>
                  <a:schemeClr val="lt1"/>
                </a:solidFill>
              </a:defRPr>
            </a:lvl8pPr>
            <a:lvl9pPr lvl="8">
              <a:spcBef>
                <a:spcPts val="0"/>
              </a:spcBef>
              <a:spcAft>
                <a:spcPts val="0"/>
              </a:spcAft>
              <a:buClr>
                <a:schemeClr val="lt1"/>
              </a:buClr>
              <a:buSzPts val="4600"/>
              <a:buNone/>
              <a:defRPr sz="4600">
                <a:solidFill>
                  <a:schemeClr val="lt1"/>
                </a:solidFill>
              </a:defRPr>
            </a:lvl9pPr>
          </a:lstStyle>
          <a:p/>
        </p:txBody>
      </p:sp>
      <p:sp>
        <p:nvSpPr>
          <p:cNvPr id="83" name="Google Shape;83;g3395ef0ac48_0_45"/>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g3395ef0ac48_0_80"/>
          <p:cNvGrpSpPr/>
          <p:nvPr/>
        </p:nvGrpSpPr>
        <p:grpSpPr>
          <a:xfrm>
            <a:off x="732037" y="440198"/>
            <a:ext cx="1168654" cy="1469386"/>
            <a:chOff x="348199" y="179450"/>
            <a:chExt cx="1116300" cy="1116300"/>
          </a:xfrm>
        </p:grpSpPr>
        <p:sp>
          <p:nvSpPr>
            <p:cNvPr id="86" name="Google Shape;86;g3395ef0ac48_0_8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87" name="Google Shape;87;g3395ef0ac48_0_8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sp>
        <p:nvSpPr>
          <p:cNvPr id="88" name="Google Shape;88;g3395ef0ac48_0_80"/>
          <p:cNvSpPr txBox="1"/>
          <p:nvPr>
            <p:ph type="title"/>
          </p:nvPr>
        </p:nvSpPr>
        <p:spPr>
          <a:xfrm>
            <a:off x="1524722" y="880127"/>
            <a:ext cx="8221800" cy="1469400"/>
          </a:xfrm>
          <a:prstGeom prst="rect">
            <a:avLst/>
          </a:prstGeom>
        </p:spPr>
        <p:txBody>
          <a:bodyPr anchorCtr="0" anchor="t" bIns="116075" lIns="116075" spcFirstLastPara="1" rIns="116075" wrap="square" tIns="11607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89" name="Google Shape;89;g3395ef0ac48_0_80"/>
          <p:cNvSpPr txBox="1"/>
          <p:nvPr>
            <p:ph idx="1" type="body"/>
          </p:nvPr>
        </p:nvSpPr>
        <p:spPr>
          <a:xfrm>
            <a:off x="1524722" y="2926111"/>
            <a:ext cx="8221800" cy="3737100"/>
          </a:xfrm>
          <a:prstGeom prst="rect">
            <a:avLst/>
          </a:prstGeom>
        </p:spPr>
        <p:txBody>
          <a:bodyPr anchorCtr="0" anchor="t" bIns="116075" lIns="116075" spcFirstLastPara="1" rIns="116075" wrap="square" tIns="116075">
            <a:normAutofit/>
          </a:bodyPr>
          <a:lstStyle>
            <a:lvl1pPr indent="-336550" lvl="0" marL="457200">
              <a:spcBef>
                <a:spcPts val="0"/>
              </a:spcBef>
              <a:spcAft>
                <a:spcPts val="0"/>
              </a:spcAft>
              <a:buSzPts val="17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0" name="Google Shape;90;g3395ef0ac48_0_80"/>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g3395ef0ac48_0_87"/>
          <p:cNvGrpSpPr/>
          <p:nvPr/>
        </p:nvGrpSpPr>
        <p:grpSpPr>
          <a:xfrm>
            <a:off x="732037" y="440198"/>
            <a:ext cx="1168654" cy="1469386"/>
            <a:chOff x="348199" y="179450"/>
            <a:chExt cx="1116300" cy="1116300"/>
          </a:xfrm>
        </p:grpSpPr>
        <p:sp>
          <p:nvSpPr>
            <p:cNvPr id="93" name="Google Shape;93;g3395ef0ac48_0_8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94" name="Google Shape;94;g3395ef0ac48_0_8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sp>
        <p:nvSpPr>
          <p:cNvPr id="95" name="Google Shape;95;g3395ef0ac48_0_87"/>
          <p:cNvSpPr txBox="1"/>
          <p:nvPr>
            <p:ph type="title"/>
          </p:nvPr>
        </p:nvSpPr>
        <p:spPr>
          <a:xfrm>
            <a:off x="1524722" y="880127"/>
            <a:ext cx="8221800" cy="1469400"/>
          </a:xfrm>
          <a:prstGeom prst="rect">
            <a:avLst/>
          </a:prstGeom>
        </p:spPr>
        <p:txBody>
          <a:bodyPr anchorCtr="0" anchor="t" bIns="116075" lIns="116075" spcFirstLastPara="1" rIns="116075" wrap="square" tIns="11607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6" name="Google Shape;96;g3395ef0ac48_0_87"/>
          <p:cNvSpPr txBox="1"/>
          <p:nvPr>
            <p:ph idx="1" type="body"/>
          </p:nvPr>
        </p:nvSpPr>
        <p:spPr>
          <a:xfrm>
            <a:off x="1524722" y="2926111"/>
            <a:ext cx="4011900" cy="3737100"/>
          </a:xfrm>
          <a:prstGeom prst="rect">
            <a:avLst/>
          </a:prstGeom>
        </p:spPr>
        <p:txBody>
          <a:bodyPr anchorCtr="0" anchor="t" bIns="116075" lIns="116075" spcFirstLastPara="1" rIns="116075" wrap="square" tIns="116075">
            <a:normAutofit/>
          </a:bodyPr>
          <a:lstStyle>
            <a:lvl1pPr indent="-336550" lvl="0" marL="457200">
              <a:spcBef>
                <a:spcPts val="0"/>
              </a:spcBef>
              <a:spcAft>
                <a:spcPts val="0"/>
              </a:spcAft>
              <a:buSzPts val="17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7" name="Google Shape;97;g3395ef0ac48_0_87"/>
          <p:cNvSpPr txBox="1"/>
          <p:nvPr>
            <p:ph idx="2" type="body"/>
          </p:nvPr>
        </p:nvSpPr>
        <p:spPr>
          <a:xfrm>
            <a:off x="5734546" y="2926111"/>
            <a:ext cx="4011900" cy="3737100"/>
          </a:xfrm>
          <a:prstGeom prst="rect">
            <a:avLst/>
          </a:prstGeom>
        </p:spPr>
        <p:txBody>
          <a:bodyPr anchorCtr="0" anchor="t" bIns="116075" lIns="116075" spcFirstLastPara="1" rIns="116075" wrap="square" tIns="116075">
            <a:normAutofit/>
          </a:bodyPr>
          <a:lstStyle>
            <a:lvl1pPr indent="-336550" lvl="0" marL="457200">
              <a:spcBef>
                <a:spcPts val="0"/>
              </a:spcBef>
              <a:spcAft>
                <a:spcPts val="0"/>
              </a:spcAft>
              <a:buSzPts val="17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8" name="Google Shape;98;g3395ef0ac48_0_87"/>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g3395ef0ac48_0_95"/>
          <p:cNvGrpSpPr/>
          <p:nvPr/>
        </p:nvGrpSpPr>
        <p:grpSpPr>
          <a:xfrm>
            <a:off x="732037" y="440198"/>
            <a:ext cx="1168654" cy="1469386"/>
            <a:chOff x="348199" y="179450"/>
            <a:chExt cx="1116300" cy="1116300"/>
          </a:xfrm>
        </p:grpSpPr>
        <p:sp>
          <p:nvSpPr>
            <p:cNvPr id="101" name="Google Shape;101;g3395ef0ac48_0_9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02" name="Google Shape;102;g3395ef0ac48_0_9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sp>
        <p:nvSpPr>
          <p:cNvPr id="103" name="Google Shape;103;g3395ef0ac48_0_95"/>
          <p:cNvSpPr txBox="1"/>
          <p:nvPr>
            <p:ph type="title"/>
          </p:nvPr>
        </p:nvSpPr>
        <p:spPr>
          <a:xfrm>
            <a:off x="1524722" y="880127"/>
            <a:ext cx="8221800" cy="1469400"/>
          </a:xfrm>
          <a:prstGeom prst="rect">
            <a:avLst/>
          </a:prstGeom>
        </p:spPr>
        <p:txBody>
          <a:bodyPr anchorCtr="0" anchor="t" bIns="116075" lIns="116075" spcFirstLastPara="1" rIns="116075" wrap="square" tIns="11607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04" name="Google Shape;104;g3395ef0ac48_0_95"/>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g3395ef0ac48_0_101"/>
          <p:cNvGrpSpPr/>
          <p:nvPr/>
        </p:nvGrpSpPr>
        <p:grpSpPr>
          <a:xfrm>
            <a:off x="732037" y="440198"/>
            <a:ext cx="1168654" cy="1469386"/>
            <a:chOff x="348199" y="179450"/>
            <a:chExt cx="1116300" cy="1116300"/>
          </a:xfrm>
        </p:grpSpPr>
        <p:sp>
          <p:nvSpPr>
            <p:cNvPr id="107" name="Google Shape;107;g3395ef0ac48_0_101"/>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08" name="Google Shape;108;g3395ef0ac48_0_101"/>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sp>
        <p:nvSpPr>
          <p:cNvPr id="109" name="Google Shape;109;g3395ef0ac48_0_101"/>
          <p:cNvSpPr txBox="1"/>
          <p:nvPr>
            <p:ph type="title"/>
          </p:nvPr>
        </p:nvSpPr>
        <p:spPr>
          <a:xfrm>
            <a:off x="1524722" y="880127"/>
            <a:ext cx="3873300" cy="2337900"/>
          </a:xfrm>
          <a:prstGeom prst="rect">
            <a:avLst/>
          </a:prstGeom>
        </p:spPr>
        <p:txBody>
          <a:bodyPr anchorCtr="0" anchor="t" bIns="116075" lIns="116075" spcFirstLastPara="1" rIns="116075" wrap="square" tIns="11607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10" name="Google Shape;110;g3395ef0ac48_0_101"/>
          <p:cNvSpPr txBox="1"/>
          <p:nvPr>
            <p:ph idx="1" type="body"/>
          </p:nvPr>
        </p:nvSpPr>
        <p:spPr>
          <a:xfrm>
            <a:off x="1524722" y="3396078"/>
            <a:ext cx="3873300" cy="3267000"/>
          </a:xfrm>
          <a:prstGeom prst="rect">
            <a:avLst/>
          </a:prstGeom>
        </p:spPr>
        <p:txBody>
          <a:bodyPr anchorCtr="0" anchor="t" bIns="116075" lIns="116075" spcFirstLastPara="1" rIns="116075" wrap="square" tIns="116075">
            <a:normAutofit/>
          </a:bodyPr>
          <a:lstStyle>
            <a:lvl1pPr indent="-336550" lvl="0" marL="457200">
              <a:spcBef>
                <a:spcPts val="0"/>
              </a:spcBef>
              <a:spcAft>
                <a:spcPts val="0"/>
              </a:spcAft>
              <a:buSzPts val="17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1" name="Google Shape;111;g3395ef0ac48_0_101"/>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g3395ef0ac48_0_108"/>
          <p:cNvGrpSpPr/>
          <p:nvPr/>
        </p:nvGrpSpPr>
        <p:grpSpPr>
          <a:xfrm>
            <a:off x="8029939" y="1921"/>
            <a:ext cx="2651557" cy="3825524"/>
            <a:chOff x="6790514" y="1306"/>
            <a:chExt cx="2267451" cy="2601690"/>
          </a:xfrm>
        </p:grpSpPr>
        <p:grpSp>
          <p:nvGrpSpPr>
            <p:cNvPr id="114" name="Google Shape;114;g3395ef0ac48_0_108"/>
            <p:cNvGrpSpPr/>
            <p:nvPr/>
          </p:nvGrpSpPr>
          <p:grpSpPr>
            <a:xfrm>
              <a:off x="7067465" y="1306"/>
              <a:ext cx="1990500" cy="1990200"/>
              <a:chOff x="7067465" y="1306"/>
              <a:chExt cx="1990500" cy="1990200"/>
            </a:xfrm>
          </p:grpSpPr>
          <p:sp>
            <p:nvSpPr>
              <p:cNvPr id="115" name="Google Shape;115;g3395ef0ac48_0_108"/>
              <p:cNvSpPr/>
              <p:nvPr/>
            </p:nvSpPr>
            <p:spPr>
              <a:xfrm rot="-8648551">
                <a:off x="7594313" y="527721"/>
                <a:ext cx="937226" cy="937226"/>
              </a:xfrm>
              <a:prstGeom prst="ellipse">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16" name="Google Shape;116;g3395ef0ac48_0_10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17" name="Google Shape;117;g3395ef0ac48_0_108"/>
              <p:cNvSpPr/>
              <p:nvPr/>
            </p:nvSpPr>
            <p:spPr>
              <a:xfrm rot="-8649154">
                <a:off x="7349891" y="283705"/>
                <a:ext cx="1425647" cy="1425404"/>
              </a:xfrm>
              <a:prstGeom prst="ellipse">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18" name="Google Shape;118;g3395ef0ac48_0_108"/>
            <p:cNvGrpSpPr/>
            <p:nvPr/>
          </p:nvGrpSpPr>
          <p:grpSpPr>
            <a:xfrm>
              <a:off x="8207126" y="1807996"/>
              <a:ext cx="795000" cy="795000"/>
              <a:chOff x="8207126" y="1807996"/>
              <a:chExt cx="795000" cy="795000"/>
            </a:xfrm>
          </p:grpSpPr>
          <p:sp>
            <p:nvSpPr>
              <p:cNvPr id="119" name="Google Shape;119;g3395ef0ac48_0_108"/>
              <p:cNvSpPr/>
              <p:nvPr/>
            </p:nvSpPr>
            <p:spPr>
              <a:xfrm rot="2152054">
                <a:off x="8319942" y="1920813"/>
                <a:ext cx="569367" cy="569367"/>
              </a:xfrm>
              <a:prstGeom prst="ellipse">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20" name="Google Shape;120;g3395ef0ac48_0_108"/>
              <p:cNvSpPr/>
              <p:nvPr/>
            </p:nvSpPr>
            <p:spPr>
              <a:xfrm rot="2150259">
                <a:off x="8408218" y="2008610"/>
                <a:ext cx="393004" cy="393004"/>
              </a:xfrm>
              <a:prstGeom prst="ellipse">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21" name="Google Shape;121;g3395ef0ac48_0_10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22" name="Google Shape;122;g3395ef0ac48_0_108"/>
            <p:cNvGrpSpPr/>
            <p:nvPr/>
          </p:nvGrpSpPr>
          <p:grpSpPr>
            <a:xfrm>
              <a:off x="6790514" y="118857"/>
              <a:ext cx="548700" cy="548700"/>
              <a:chOff x="6790514" y="118857"/>
              <a:chExt cx="548700" cy="548700"/>
            </a:xfrm>
          </p:grpSpPr>
          <p:sp>
            <p:nvSpPr>
              <p:cNvPr id="123" name="Google Shape;123;g3395ef0ac48_0_108"/>
              <p:cNvSpPr/>
              <p:nvPr/>
            </p:nvSpPr>
            <p:spPr>
              <a:xfrm rot="2150259">
                <a:off x="6868362" y="196705"/>
                <a:ext cx="393004" cy="393004"/>
              </a:xfrm>
              <a:prstGeom prst="ellipse">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24" name="Google Shape;124;g3395ef0ac48_0_10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sp>
        <p:nvSpPr>
          <p:cNvPr id="125" name="Google Shape;125;g3395ef0ac48_0_108"/>
          <p:cNvSpPr txBox="1"/>
          <p:nvPr>
            <p:ph type="title"/>
          </p:nvPr>
        </p:nvSpPr>
        <p:spPr>
          <a:xfrm>
            <a:off x="963622" y="1122775"/>
            <a:ext cx="6850500" cy="5254200"/>
          </a:xfrm>
          <a:prstGeom prst="rect">
            <a:avLst/>
          </a:prstGeom>
        </p:spPr>
        <p:txBody>
          <a:bodyPr anchorCtr="0" anchor="ctr" bIns="116075" lIns="116075" spcFirstLastPara="1" rIns="116075" wrap="square" tIns="116075">
            <a:normAutofit/>
          </a:bodyPr>
          <a:lstStyle>
            <a:lvl1pPr lvl="0">
              <a:spcBef>
                <a:spcPts val="0"/>
              </a:spcBef>
              <a:spcAft>
                <a:spcPts val="0"/>
              </a:spcAft>
              <a:buClr>
                <a:schemeClr val="lt1"/>
              </a:buClr>
              <a:buSzPts val="4600"/>
              <a:buNone/>
              <a:defRPr sz="4600">
                <a:solidFill>
                  <a:schemeClr val="lt1"/>
                </a:solidFill>
              </a:defRPr>
            </a:lvl1pPr>
            <a:lvl2pPr lvl="1">
              <a:spcBef>
                <a:spcPts val="0"/>
              </a:spcBef>
              <a:spcAft>
                <a:spcPts val="0"/>
              </a:spcAft>
              <a:buClr>
                <a:schemeClr val="lt1"/>
              </a:buClr>
              <a:buSzPts val="4600"/>
              <a:buNone/>
              <a:defRPr sz="4600">
                <a:solidFill>
                  <a:schemeClr val="lt1"/>
                </a:solidFill>
              </a:defRPr>
            </a:lvl2pPr>
            <a:lvl3pPr lvl="2">
              <a:spcBef>
                <a:spcPts val="0"/>
              </a:spcBef>
              <a:spcAft>
                <a:spcPts val="0"/>
              </a:spcAft>
              <a:buClr>
                <a:schemeClr val="lt1"/>
              </a:buClr>
              <a:buSzPts val="4600"/>
              <a:buNone/>
              <a:defRPr sz="4600">
                <a:solidFill>
                  <a:schemeClr val="lt1"/>
                </a:solidFill>
              </a:defRPr>
            </a:lvl3pPr>
            <a:lvl4pPr lvl="3">
              <a:spcBef>
                <a:spcPts val="0"/>
              </a:spcBef>
              <a:spcAft>
                <a:spcPts val="0"/>
              </a:spcAft>
              <a:buClr>
                <a:schemeClr val="lt1"/>
              </a:buClr>
              <a:buSzPts val="4600"/>
              <a:buNone/>
              <a:defRPr sz="4600">
                <a:solidFill>
                  <a:schemeClr val="lt1"/>
                </a:solidFill>
              </a:defRPr>
            </a:lvl4pPr>
            <a:lvl5pPr lvl="4">
              <a:spcBef>
                <a:spcPts val="0"/>
              </a:spcBef>
              <a:spcAft>
                <a:spcPts val="0"/>
              </a:spcAft>
              <a:buClr>
                <a:schemeClr val="lt1"/>
              </a:buClr>
              <a:buSzPts val="4600"/>
              <a:buNone/>
              <a:defRPr sz="4600">
                <a:solidFill>
                  <a:schemeClr val="lt1"/>
                </a:solidFill>
              </a:defRPr>
            </a:lvl5pPr>
            <a:lvl6pPr lvl="5">
              <a:spcBef>
                <a:spcPts val="0"/>
              </a:spcBef>
              <a:spcAft>
                <a:spcPts val="0"/>
              </a:spcAft>
              <a:buClr>
                <a:schemeClr val="lt1"/>
              </a:buClr>
              <a:buSzPts val="4600"/>
              <a:buNone/>
              <a:defRPr sz="4600">
                <a:solidFill>
                  <a:schemeClr val="lt1"/>
                </a:solidFill>
              </a:defRPr>
            </a:lvl6pPr>
            <a:lvl7pPr lvl="6">
              <a:spcBef>
                <a:spcPts val="0"/>
              </a:spcBef>
              <a:spcAft>
                <a:spcPts val="0"/>
              </a:spcAft>
              <a:buClr>
                <a:schemeClr val="lt1"/>
              </a:buClr>
              <a:buSzPts val="4600"/>
              <a:buNone/>
              <a:defRPr sz="4600">
                <a:solidFill>
                  <a:schemeClr val="lt1"/>
                </a:solidFill>
              </a:defRPr>
            </a:lvl7pPr>
            <a:lvl8pPr lvl="7">
              <a:spcBef>
                <a:spcPts val="0"/>
              </a:spcBef>
              <a:spcAft>
                <a:spcPts val="0"/>
              </a:spcAft>
              <a:buClr>
                <a:schemeClr val="lt1"/>
              </a:buClr>
              <a:buSzPts val="4600"/>
              <a:buNone/>
              <a:defRPr sz="4600">
                <a:solidFill>
                  <a:schemeClr val="lt1"/>
                </a:solidFill>
              </a:defRPr>
            </a:lvl8pPr>
            <a:lvl9pPr lvl="8">
              <a:spcBef>
                <a:spcPts val="0"/>
              </a:spcBef>
              <a:spcAft>
                <a:spcPts val="0"/>
              </a:spcAft>
              <a:buClr>
                <a:schemeClr val="lt1"/>
              </a:buClr>
              <a:buSzPts val="4600"/>
              <a:buNone/>
              <a:defRPr sz="4600">
                <a:solidFill>
                  <a:schemeClr val="lt1"/>
                </a:solidFill>
              </a:defRPr>
            </a:lvl9pPr>
          </a:lstStyle>
          <a:p/>
        </p:txBody>
      </p:sp>
      <p:sp>
        <p:nvSpPr>
          <p:cNvPr id="126" name="Google Shape;126;g3395ef0ac48_0_108"/>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g3395ef0ac48_0_123"/>
          <p:cNvGrpSpPr/>
          <p:nvPr/>
        </p:nvGrpSpPr>
        <p:grpSpPr>
          <a:xfrm>
            <a:off x="732037" y="440198"/>
            <a:ext cx="1168654" cy="1469386"/>
            <a:chOff x="348199" y="179450"/>
            <a:chExt cx="1116300" cy="1116300"/>
          </a:xfrm>
        </p:grpSpPr>
        <p:sp>
          <p:nvSpPr>
            <p:cNvPr id="129" name="Google Shape;129;g3395ef0ac48_0_123"/>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30" name="Google Shape;130;g3395ef0ac48_0_123"/>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sp>
        <p:nvSpPr>
          <p:cNvPr id="131" name="Google Shape;131;g3395ef0ac48_0_123"/>
          <p:cNvSpPr txBox="1"/>
          <p:nvPr>
            <p:ph type="title"/>
          </p:nvPr>
        </p:nvSpPr>
        <p:spPr>
          <a:xfrm>
            <a:off x="1524722" y="880127"/>
            <a:ext cx="4011900" cy="2926200"/>
          </a:xfrm>
          <a:prstGeom prst="rect">
            <a:avLst/>
          </a:prstGeom>
          <a:ln cap="flat" cmpd="sng" w="9525">
            <a:solidFill>
              <a:schemeClr val="lt1"/>
            </a:solidFill>
            <a:prstDash val="solid"/>
            <a:round/>
            <a:headEnd len="sm" w="sm" type="none"/>
            <a:tailEnd len="sm" w="sm" type="none"/>
          </a:ln>
        </p:spPr>
        <p:txBody>
          <a:bodyPr anchorCtr="0" anchor="t" bIns="116075" lIns="116075" spcFirstLastPara="1" rIns="116075" wrap="square" tIns="11607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2" name="Google Shape;132;g3395ef0ac48_0_123"/>
          <p:cNvSpPr txBox="1"/>
          <p:nvPr>
            <p:ph idx="1" type="subTitle"/>
          </p:nvPr>
        </p:nvSpPr>
        <p:spPr>
          <a:xfrm>
            <a:off x="1524722" y="4033524"/>
            <a:ext cx="4011900" cy="1067400"/>
          </a:xfrm>
          <a:prstGeom prst="rect">
            <a:avLst/>
          </a:prstGeom>
          <a:ln cap="flat" cmpd="sng" w="9525">
            <a:solidFill>
              <a:schemeClr val="lt1"/>
            </a:solidFill>
            <a:prstDash val="solid"/>
            <a:round/>
            <a:headEnd len="sm" w="sm" type="none"/>
            <a:tailEnd len="sm" w="sm" type="none"/>
          </a:ln>
        </p:spPr>
        <p:txBody>
          <a:bodyPr anchorCtr="0" anchor="t" bIns="116075" lIns="116075" spcFirstLastPara="1" rIns="116075" wrap="square" tIns="116075">
            <a:norm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3" name="Google Shape;133;g3395ef0ac48_0_123"/>
          <p:cNvSpPr txBox="1"/>
          <p:nvPr>
            <p:ph idx="2" type="body"/>
          </p:nvPr>
        </p:nvSpPr>
        <p:spPr>
          <a:xfrm>
            <a:off x="5734605" y="971915"/>
            <a:ext cx="4011900" cy="5691300"/>
          </a:xfrm>
          <a:prstGeom prst="rect">
            <a:avLst/>
          </a:prstGeom>
          <a:ln cap="flat" cmpd="sng" w="9525">
            <a:solidFill>
              <a:schemeClr val="lt1"/>
            </a:solidFill>
            <a:prstDash val="solid"/>
            <a:round/>
            <a:headEnd len="sm" w="sm" type="none"/>
            <a:tailEnd len="sm" w="sm" type="none"/>
          </a:ln>
        </p:spPr>
        <p:txBody>
          <a:bodyPr anchorCtr="0" anchor="t" bIns="116075" lIns="116075" spcFirstLastPara="1" rIns="116075" wrap="square" tIns="116075">
            <a:normAutofit/>
          </a:bodyPr>
          <a:lstStyle>
            <a:lvl1pPr indent="-336550" lvl="0" marL="457200">
              <a:spcBef>
                <a:spcPts val="0"/>
              </a:spcBef>
              <a:spcAft>
                <a:spcPts val="0"/>
              </a:spcAft>
              <a:buSzPts val="17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4" name="Google Shape;134;g3395ef0ac48_0_123"/>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g3395ef0ac48_0_131"/>
          <p:cNvGrpSpPr/>
          <p:nvPr/>
        </p:nvGrpSpPr>
        <p:grpSpPr>
          <a:xfrm>
            <a:off x="834255" y="5656691"/>
            <a:ext cx="965265" cy="1213641"/>
            <a:chOff x="348199" y="179450"/>
            <a:chExt cx="1116300" cy="1116300"/>
          </a:xfrm>
        </p:grpSpPr>
        <p:sp>
          <p:nvSpPr>
            <p:cNvPr id="137" name="Google Shape;137;g3395ef0ac48_0_131"/>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38" name="Google Shape;138;g3395ef0ac48_0_131"/>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sp>
        <p:nvSpPr>
          <p:cNvPr id="139" name="Google Shape;139;g3395ef0ac48_0_131"/>
          <p:cNvSpPr txBox="1"/>
          <p:nvPr>
            <p:ph idx="1" type="body"/>
          </p:nvPr>
        </p:nvSpPr>
        <p:spPr>
          <a:xfrm>
            <a:off x="1524722" y="6085826"/>
            <a:ext cx="6833100" cy="786600"/>
          </a:xfrm>
          <a:prstGeom prst="rect">
            <a:avLst/>
          </a:prstGeom>
        </p:spPr>
        <p:txBody>
          <a:bodyPr anchorCtr="0" anchor="t" bIns="116075" lIns="116075" spcFirstLastPara="1" rIns="116075" wrap="square" tIns="116075">
            <a:normAutofit/>
          </a:bodyPr>
          <a:lstStyle>
            <a:lvl1pPr indent="-228600" lvl="0" marL="457200">
              <a:lnSpc>
                <a:spcPct val="100000"/>
              </a:lnSpc>
              <a:spcBef>
                <a:spcPts val="0"/>
              </a:spcBef>
              <a:spcAft>
                <a:spcPts val="0"/>
              </a:spcAft>
              <a:buSzPts val="1700"/>
              <a:buNone/>
              <a:defRPr/>
            </a:lvl1pPr>
          </a:lstStyle>
          <a:p/>
        </p:txBody>
      </p:sp>
      <p:sp>
        <p:nvSpPr>
          <p:cNvPr id="140" name="Google Shape;140;g3395ef0ac48_0_131"/>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g3395ef0ac48_0_137"/>
          <p:cNvGrpSpPr/>
          <p:nvPr/>
        </p:nvGrpSpPr>
        <p:grpSpPr>
          <a:xfrm>
            <a:off x="61" y="6027464"/>
            <a:ext cx="10693035" cy="1535539"/>
            <a:chOff x="52" y="4099200"/>
            <a:chExt cx="9144036" cy="1044300"/>
          </a:xfrm>
        </p:grpSpPr>
        <p:grpSp>
          <p:nvGrpSpPr>
            <p:cNvPr id="143" name="Google Shape;143;g3395ef0ac48_0_137"/>
            <p:cNvGrpSpPr/>
            <p:nvPr/>
          </p:nvGrpSpPr>
          <p:grpSpPr>
            <a:xfrm>
              <a:off x="52" y="4309200"/>
              <a:ext cx="231622" cy="834300"/>
              <a:chOff x="2688737" y="4301380"/>
              <a:chExt cx="231900" cy="834300"/>
            </a:xfrm>
          </p:grpSpPr>
          <p:sp>
            <p:nvSpPr>
              <p:cNvPr id="144" name="Google Shape;144;g3395ef0ac48_0_137"/>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45" name="Google Shape;145;g3395ef0ac48_0_137"/>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46" name="Google Shape;146;g3395ef0ac48_0_137"/>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47" name="Google Shape;147;g3395ef0ac48_0_137"/>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48" name="Google Shape;148;g3395ef0ac48_0_137"/>
            <p:cNvGrpSpPr/>
            <p:nvPr/>
          </p:nvGrpSpPr>
          <p:grpSpPr>
            <a:xfrm>
              <a:off x="371406" y="4099200"/>
              <a:ext cx="231622" cy="1044300"/>
              <a:chOff x="2688737" y="4091380"/>
              <a:chExt cx="231900" cy="1044300"/>
            </a:xfrm>
          </p:grpSpPr>
          <p:sp>
            <p:nvSpPr>
              <p:cNvPr id="149" name="Google Shape;149;g3395ef0ac48_0_137"/>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50" name="Google Shape;150;g3395ef0ac48_0_137"/>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51" name="Google Shape;151;g3395ef0ac48_0_137"/>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52" name="Google Shape;152;g3395ef0ac48_0_137"/>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53" name="Google Shape;153;g3395ef0ac48_0_137"/>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54" name="Google Shape;154;g3395ef0ac48_0_137"/>
            <p:cNvGrpSpPr/>
            <p:nvPr/>
          </p:nvGrpSpPr>
          <p:grpSpPr>
            <a:xfrm>
              <a:off x="742761" y="4309200"/>
              <a:ext cx="231622" cy="834300"/>
              <a:chOff x="2688737" y="4301380"/>
              <a:chExt cx="231900" cy="834300"/>
            </a:xfrm>
          </p:grpSpPr>
          <p:sp>
            <p:nvSpPr>
              <p:cNvPr id="155" name="Google Shape;155;g3395ef0ac48_0_137"/>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56" name="Google Shape;156;g3395ef0ac48_0_137"/>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57" name="Google Shape;157;g3395ef0ac48_0_137"/>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58" name="Google Shape;158;g3395ef0ac48_0_137"/>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59" name="Google Shape;159;g3395ef0ac48_0_137"/>
            <p:cNvGrpSpPr/>
            <p:nvPr/>
          </p:nvGrpSpPr>
          <p:grpSpPr>
            <a:xfrm>
              <a:off x="1114115" y="4518900"/>
              <a:ext cx="231622" cy="624600"/>
              <a:chOff x="2688737" y="4511080"/>
              <a:chExt cx="231900" cy="624600"/>
            </a:xfrm>
          </p:grpSpPr>
          <p:sp>
            <p:nvSpPr>
              <p:cNvPr id="160" name="Google Shape;160;g3395ef0ac48_0_137"/>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61" name="Google Shape;161;g3395ef0ac48_0_137"/>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62" name="Google Shape;162;g3395ef0ac48_0_137"/>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63" name="Google Shape;163;g3395ef0ac48_0_137"/>
            <p:cNvGrpSpPr/>
            <p:nvPr/>
          </p:nvGrpSpPr>
          <p:grpSpPr>
            <a:xfrm>
              <a:off x="1856753" y="4099200"/>
              <a:ext cx="231600" cy="1044300"/>
              <a:chOff x="1856753" y="4099200"/>
              <a:chExt cx="231600" cy="1044300"/>
            </a:xfrm>
          </p:grpSpPr>
          <p:sp>
            <p:nvSpPr>
              <p:cNvPr id="164" name="Google Shape;164;g3395ef0ac48_0_137"/>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65" name="Google Shape;165;g3395ef0ac48_0_137"/>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66" name="Google Shape;166;g3395ef0ac48_0_137"/>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67" name="Google Shape;167;g3395ef0ac48_0_137"/>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68" name="Google Shape;168;g3395ef0ac48_0_137"/>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69" name="Google Shape;169;g3395ef0ac48_0_137"/>
            <p:cNvGrpSpPr/>
            <p:nvPr/>
          </p:nvGrpSpPr>
          <p:grpSpPr>
            <a:xfrm>
              <a:off x="2228107" y="4309200"/>
              <a:ext cx="231600" cy="834300"/>
              <a:chOff x="2228107" y="4309200"/>
              <a:chExt cx="231600" cy="834300"/>
            </a:xfrm>
          </p:grpSpPr>
          <p:sp>
            <p:nvSpPr>
              <p:cNvPr id="170" name="Google Shape;170;g3395ef0ac48_0_137"/>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71" name="Google Shape;171;g3395ef0ac48_0_137"/>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72" name="Google Shape;172;g3395ef0ac48_0_137"/>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73" name="Google Shape;173;g3395ef0ac48_0_137"/>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74" name="Google Shape;174;g3395ef0ac48_0_137"/>
            <p:cNvGrpSpPr/>
            <p:nvPr/>
          </p:nvGrpSpPr>
          <p:grpSpPr>
            <a:xfrm>
              <a:off x="2599462" y="4518900"/>
              <a:ext cx="231600" cy="624600"/>
              <a:chOff x="2599462" y="4518900"/>
              <a:chExt cx="231600" cy="624600"/>
            </a:xfrm>
          </p:grpSpPr>
          <p:sp>
            <p:nvSpPr>
              <p:cNvPr id="175" name="Google Shape;175;g3395ef0ac48_0_137"/>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76" name="Google Shape;176;g3395ef0ac48_0_137"/>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77" name="Google Shape;177;g3395ef0ac48_0_137"/>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78" name="Google Shape;178;g3395ef0ac48_0_137"/>
            <p:cNvGrpSpPr/>
            <p:nvPr/>
          </p:nvGrpSpPr>
          <p:grpSpPr>
            <a:xfrm>
              <a:off x="3342171" y="4099200"/>
              <a:ext cx="231600" cy="1044300"/>
              <a:chOff x="3342171" y="4099200"/>
              <a:chExt cx="231600" cy="1044300"/>
            </a:xfrm>
          </p:grpSpPr>
          <p:sp>
            <p:nvSpPr>
              <p:cNvPr id="179" name="Google Shape;179;g3395ef0ac48_0_137"/>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80" name="Google Shape;180;g3395ef0ac48_0_137"/>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81" name="Google Shape;181;g3395ef0ac48_0_137"/>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82" name="Google Shape;182;g3395ef0ac48_0_137"/>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83" name="Google Shape;183;g3395ef0ac48_0_137"/>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84" name="Google Shape;184;g3395ef0ac48_0_137"/>
            <p:cNvGrpSpPr/>
            <p:nvPr/>
          </p:nvGrpSpPr>
          <p:grpSpPr>
            <a:xfrm>
              <a:off x="3713525" y="4309200"/>
              <a:ext cx="231600" cy="834300"/>
              <a:chOff x="3713525" y="4309200"/>
              <a:chExt cx="231600" cy="834300"/>
            </a:xfrm>
          </p:grpSpPr>
          <p:sp>
            <p:nvSpPr>
              <p:cNvPr id="185" name="Google Shape;185;g3395ef0ac48_0_137"/>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86" name="Google Shape;186;g3395ef0ac48_0_137"/>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87" name="Google Shape;187;g3395ef0ac48_0_137"/>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88" name="Google Shape;188;g3395ef0ac48_0_137"/>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89" name="Google Shape;189;g3395ef0ac48_0_137"/>
            <p:cNvGrpSpPr/>
            <p:nvPr/>
          </p:nvGrpSpPr>
          <p:grpSpPr>
            <a:xfrm>
              <a:off x="1485398" y="4309200"/>
              <a:ext cx="231600" cy="834300"/>
              <a:chOff x="1485398" y="4309200"/>
              <a:chExt cx="231600" cy="834300"/>
            </a:xfrm>
          </p:grpSpPr>
          <p:sp>
            <p:nvSpPr>
              <p:cNvPr id="190" name="Google Shape;190;g3395ef0ac48_0_137"/>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91" name="Google Shape;191;g3395ef0ac48_0_137"/>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92" name="Google Shape;192;g3395ef0ac48_0_137"/>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93" name="Google Shape;193;g3395ef0ac48_0_137"/>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94" name="Google Shape;194;g3395ef0ac48_0_137"/>
            <p:cNvGrpSpPr/>
            <p:nvPr/>
          </p:nvGrpSpPr>
          <p:grpSpPr>
            <a:xfrm>
              <a:off x="4084879" y="4518900"/>
              <a:ext cx="231600" cy="624600"/>
              <a:chOff x="4084879" y="4518900"/>
              <a:chExt cx="231600" cy="624600"/>
            </a:xfrm>
          </p:grpSpPr>
          <p:sp>
            <p:nvSpPr>
              <p:cNvPr id="195" name="Google Shape;195;g3395ef0ac48_0_137"/>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96" name="Google Shape;196;g3395ef0ac48_0_137"/>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197" name="Google Shape;197;g3395ef0ac48_0_137"/>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198" name="Google Shape;198;g3395ef0ac48_0_137"/>
            <p:cNvGrpSpPr/>
            <p:nvPr/>
          </p:nvGrpSpPr>
          <p:grpSpPr>
            <a:xfrm>
              <a:off x="2970816" y="4309200"/>
              <a:ext cx="231600" cy="834300"/>
              <a:chOff x="2970816" y="4309200"/>
              <a:chExt cx="231600" cy="834300"/>
            </a:xfrm>
          </p:grpSpPr>
          <p:sp>
            <p:nvSpPr>
              <p:cNvPr id="199" name="Google Shape;199;g3395ef0ac48_0_137"/>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00" name="Google Shape;200;g3395ef0ac48_0_137"/>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01" name="Google Shape;201;g3395ef0ac48_0_137"/>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02" name="Google Shape;202;g3395ef0ac48_0_137"/>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03" name="Google Shape;203;g3395ef0ac48_0_137"/>
            <p:cNvGrpSpPr/>
            <p:nvPr/>
          </p:nvGrpSpPr>
          <p:grpSpPr>
            <a:xfrm>
              <a:off x="4456234" y="4309200"/>
              <a:ext cx="231600" cy="834300"/>
              <a:chOff x="4456234" y="4309200"/>
              <a:chExt cx="231600" cy="834300"/>
            </a:xfrm>
          </p:grpSpPr>
          <p:sp>
            <p:nvSpPr>
              <p:cNvPr id="204" name="Google Shape;204;g3395ef0ac48_0_137"/>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05" name="Google Shape;205;g3395ef0ac48_0_137"/>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06" name="Google Shape;206;g3395ef0ac48_0_137"/>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07" name="Google Shape;207;g3395ef0ac48_0_137"/>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08" name="Google Shape;208;g3395ef0ac48_0_137"/>
            <p:cNvGrpSpPr/>
            <p:nvPr/>
          </p:nvGrpSpPr>
          <p:grpSpPr>
            <a:xfrm>
              <a:off x="4827588" y="4099200"/>
              <a:ext cx="231600" cy="1044300"/>
              <a:chOff x="4827588" y="4099200"/>
              <a:chExt cx="231600" cy="1044300"/>
            </a:xfrm>
          </p:grpSpPr>
          <p:sp>
            <p:nvSpPr>
              <p:cNvPr id="209" name="Google Shape;209;g3395ef0ac48_0_137"/>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10" name="Google Shape;210;g3395ef0ac48_0_137"/>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11" name="Google Shape;211;g3395ef0ac48_0_137"/>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12" name="Google Shape;212;g3395ef0ac48_0_137"/>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13" name="Google Shape;213;g3395ef0ac48_0_137"/>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14" name="Google Shape;214;g3395ef0ac48_0_137"/>
            <p:cNvGrpSpPr/>
            <p:nvPr/>
          </p:nvGrpSpPr>
          <p:grpSpPr>
            <a:xfrm>
              <a:off x="5198943" y="4309200"/>
              <a:ext cx="231600" cy="834300"/>
              <a:chOff x="5198943" y="4309200"/>
              <a:chExt cx="231600" cy="834300"/>
            </a:xfrm>
          </p:grpSpPr>
          <p:sp>
            <p:nvSpPr>
              <p:cNvPr id="215" name="Google Shape;215;g3395ef0ac48_0_137"/>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16" name="Google Shape;216;g3395ef0ac48_0_137"/>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17" name="Google Shape;217;g3395ef0ac48_0_137"/>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18" name="Google Shape;218;g3395ef0ac48_0_137"/>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19" name="Google Shape;219;g3395ef0ac48_0_137"/>
            <p:cNvGrpSpPr/>
            <p:nvPr/>
          </p:nvGrpSpPr>
          <p:grpSpPr>
            <a:xfrm>
              <a:off x="5570297" y="4518900"/>
              <a:ext cx="231600" cy="624600"/>
              <a:chOff x="5570297" y="4518900"/>
              <a:chExt cx="231600" cy="624600"/>
            </a:xfrm>
          </p:grpSpPr>
          <p:sp>
            <p:nvSpPr>
              <p:cNvPr id="220" name="Google Shape;220;g3395ef0ac48_0_137"/>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21" name="Google Shape;221;g3395ef0ac48_0_137"/>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22" name="Google Shape;222;g3395ef0ac48_0_137"/>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23" name="Google Shape;223;g3395ef0ac48_0_137"/>
            <p:cNvGrpSpPr/>
            <p:nvPr/>
          </p:nvGrpSpPr>
          <p:grpSpPr>
            <a:xfrm>
              <a:off x="5941652" y="4309200"/>
              <a:ext cx="231600" cy="834300"/>
              <a:chOff x="5941652" y="4309200"/>
              <a:chExt cx="231600" cy="834300"/>
            </a:xfrm>
          </p:grpSpPr>
          <p:sp>
            <p:nvSpPr>
              <p:cNvPr id="224" name="Google Shape;224;g3395ef0ac48_0_137"/>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25" name="Google Shape;225;g3395ef0ac48_0_137"/>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26" name="Google Shape;226;g3395ef0ac48_0_137"/>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27" name="Google Shape;227;g3395ef0ac48_0_137"/>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28" name="Google Shape;228;g3395ef0ac48_0_137"/>
            <p:cNvGrpSpPr/>
            <p:nvPr/>
          </p:nvGrpSpPr>
          <p:grpSpPr>
            <a:xfrm>
              <a:off x="6313006" y="4099200"/>
              <a:ext cx="231600" cy="1044300"/>
              <a:chOff x="6313006" y="4099200"/>
              <a:chExt cx="231600" cy="1044300"/>
            </a:xfrm>
          </p:grpSpPr>
          <p:sp>
            <p:nvSpPr>
              <p:cNvPr id="229" name="Google Shape;229;g3395ef0ac48_0_137"/>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30" name="Google Shape;230;g3395ef0ac48_0_137"/>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31" name="Google Shape;231;g3395ef0ac48_0_137"/>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32" name="Google Shape;232;g3395ef0ac48_0_137"/>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33" name="Google Shape;233;g3395ef0ac48_0_137"/>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34" name="Google Shape;234;g3395ef0ac48_0_137"/>
            <p:cNvGrpSpPr/>
            <p:nvPr/>
          </p:nvGrpSpPr>
          <p:grpSpPr>
            <a:xfrm>
              <a:off x="6684361" y="4309200"/>
              <a:ext cx="231600" cy="834300"/>
              <a:chOff x="6684361" y="4309200"/>
              <a:chExt cx="231600" cy="834300"/>
            </a:xfrm>
          </p:grpSpPr>
          <p:sp>
            <p:nvSpPr>
              <p:cNvPr id="235" name="Google Shape;235;g3395ef0ac48_0_137"/>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36" name="Google Shape;236;g3395ef0ac48_0_137"/>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37" name="Google Shape;237;g3395ef0ac48_0_137"/>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38" name="Google Shape;238;g3395ef0ac48_0_137"/>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39" name="Google Shape;239;g3395ef0ac48_0_137"/>
            <p:cNvGrpSpPr/>
            <p:nvPr/>
          </p:nvGrpSpPr>
          <p:grpSpPr>
            <a:xfrm>
              <a:off x="7055715" y="4518900"/>
              <a:ext cx="231600" cy="624600"/>
              <a:chOff x="7055715" y="4518900"/>
              <a:chExt cx="231600" cy="624600"/>
            </a:xfrm>
          </p:grpSpPr>
          <p:sp>
            <p:nvSpPr>
              <p:cNvPr id="240" name="Google Shape;240;g3395ef0ac48_0_137"/>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41" name="Google Shape;241;g3395ef0ac48_0_137"/>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42" name="Google Shape;242;g3395ef0ac48_0_137"/>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43" name="Google Shape;243;g3395ef0ac48_0_137"/>
            <p:cNvGrpSpPr/>
            <p:nvPr/>
          </p:nvGrpSpPr>
          <p:grpSpPr>
            <a:xfrm>
              <a:off x="7798424" y="4099200"/>
              <a:ext cx="231600" cy="1044300"/>
              <a:chOff x="7798424" y="4099200"/>
              <a:chExt cx="231600" cy="1044300"/>
            </a:xfrm>
          </p:grpSpPr>
          <p:sp>
            <p:nvSpPr>
              <p:cNvPr id="244" name="Google Shape;244;g3395ef0ac48_0_137"/>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45" name="Google Shape;245;g3395ef0ac48_0_137"/>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46" name="Google Shape;246;g3395ef0ac48_0_137"/>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47" name="Google Shape;247;g3395ef0ac48_0_137"/>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48" name="Google Shape;248;g3395ef0ac48_0_137"/>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49" name="Google Shape;249;g3395ef0ac48_0_137"/>
            <p:cNvGrpSpPr/>
            <p:nvPr/>
          </p:nvGrpSpPr>
          <p:grpSpPr>
            <a:xfrm>
              <a:off x="8169779" y="4309200"/>
              <a:ext cx="231600" cy="834300"/>
              <a:chOff x="8169779" y="4309200"/>
              <a:chExt cx="231600" cy="834300"/>
            </a:xfrm>
          </p:grpSpPr>
          <p:sp>
            <p:nvSpPr>
              <p:cNvPr id="250" name="Google Shape;250;g3395ef0ac48_0_137"/>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51" name="Google Shape;251;g3395ef0ac48_0_137"/>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52" name="Google Shape;252;g3395ef0ac48_0_137"/>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53" name="Google Shape;253;g3395ef0ac48_0_137"/>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54" name="Google Shape;254;g3395ef0ac48_0_137"/>
            <p:cNvGrpSpPr/>
            <p:nvPr/>
          </p:nvGrpSpPr>
          <p:grpSpPr>
            <a:xfrm>
              <a:off x="7427070" y="4309200"/>
              <a:ext cx="231600" cy="834300"/>
              <a:chOff x="7427070" y="4309200"/>
              <a:chExt cx="231600" cy="834300"/>
            </a:xfrm>
          </p:grpSpPr>
          <p:sp>
            <p:nvSpPr>
              <p:cNvPr id="255" name="Google Shape;255;g3395ef0ac48_0_137"/>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56" name="Google Shape;256;g3395ef0ac48_0_137"/>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57" name="Google Shape;257;g3395ef0ac48_0_137"/>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58" name="Google Shape;258;g3395ef0ac48_0_137"/>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59" name="Google Shape;259;g3395ef0ac48_0_137"/>
            <p:cNvGrpSpPr/>
            <p:nvPr/>
          </p:nvGrpSpPr>
          <p:grpSpPr>
            <a:xfrm>
              <a:off x="8541133" y="4518900"/>
              <a:ext cx="231600" cy="624600"/>
              <a:chOff x="8541133" y="4518900"/>
              <a:chExt cx="231600" cy="624600"/>
            </a:xfrm>
          </p:grpSpPr>
          <p:sp>
            <p:nvSpPr>
              <p:cNvPr id="260" name="Google Shape;260;g3395ef0ac48_0_137"/>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61" name="Google Shape;261;g3395ef0ac48_0_137"/>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62" name="Google Shape;262;g3395ef0ac48_0_137"/>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nvGrpSpPr>
            <p:cNvPr id="263" name="Google Shape;263;g3395ef0ac48_0_137"/>
            <p:cNvGrpSpPr/>
            <p:nvPr/>
          </p:nvGrpSpPr>
          <p:grpSpPr>
            <a:xfrm>
              <a:off x="8912488" y="4309200"/>
              <a:ext cx="231600" cy="834300"/>
              <a:chOff x="8912488" y="4309200"/>
              <a:chExt cx="231600" cy="834300"/>
            </a:xfrm>
          </p:grpSpPr>
          <p:sp>
            <p:nvSpPr>
              <p:cNvPr id="264" name="Google Shape;264;g3395ef0ac48_0_137"/>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65" name="Google Shape;265;g3395ef0ac48_0_137"/>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66" name="Google Shape;266;g3395ef0ac48_0_137"/>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sp>
            <p:nvSpPr>
              <p:cNvPr id="267" name="Google Shape;267;g3395ef0ac48_0_137"/>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16075" lIns="116075" spcFirstLastPara="1" rIns="116075" wrap="square" tIns="116075">
                <a:noAutofit/>
              </a:bodyPr>
              <a:lstStyle/>
              <a:p>
                <a:pPr indent="0" lvl="0" marL="0" rtl="0" algn="l">
                  <a:spcBef>
                    <a:spcPts val="0"/>
                  </a:spcBef>
                  <a:spcAft>
                    <a:spcPts val="0"/>
                  </a:spcAft>
                  <a:buNone/>
                </a:pPr>
                <a:r>
                  <a:t/>
                </a:r>
                <a:endParaRPr/>
              </a:p>
            </p:txBody>
          </p:sp>
        </p:grpSp>
      </p:grpSp>
      <p:sp>
        <p:nvSpPr>
          <p:cNvPr id="268" name="Google Shape;268;g3395ef0ac48_0_137"/>
          <p:cNvSpPr txBox="1"/>
          <p:nvPr>
            <p:ph hasCustomPrompt="1" type="title"/>
          </p:nvPr>
        </p:nvSpPr>
        <p:spPr>
          <a:xfrm>
            <a:off x="1623920" y="1136192"/>
            <a:ext cx="7445700" cy="2739600"/>
          </a:xfrm>
          <a:prstGeom prst="rect">
            <a:avLst/>
          </a:prstGeom>
        </p:spPr>
        <p:txBody>
          <a:bodyPr anchorCtr="0" anchor="ctr" bIns="116075" lIns="116075" spcFirstLastPara="1" rIns="116075" wrap="square" tIns="116075">
            <a:normAutofit/>
          </a:bodyPr>
          <a:lstStyle>
            <a:lvl1pPr lvl="0" algn="ctr">
              <a:spcBef>
                <a:spcPts val="0"/>
              </a:spcBef>
              <a:spcAft>
                <a:spcPts val="0"/>
              </a:spcAft>
              <a:buClr>
                <a:schemeClr val="lt1"/>
              </a:buClr>
              <a:buSzPts val="10200"/>
              <a:buNone/>
              <a:defRPr sz="10200">
                <a:solidFill>
                  <a:schemeClr val="lt1"/>
                </a:solidFill>
              </a:defRPr>
            </a:lvl1pPr>
            <a:lvl2pPr lvl="1" algn="ctr">
              <a:spcBef>
                <a:spcPts val="0"/>
              </a:spcBef>
              <a:spcAft>
                <a:spcPts val="0"/>
              </a:spcAft>
              <a:buClr>
                <a:schemeClr val="lt1"/>
              </a:buClr>
              <a:buSzPts val="10200"/>
              <a:buNone/>
              <a:defRPr sz="10200">
                <a:solidFill>
                  <a:schemeClr val="lt1"/>
                </a:solidFill>
              </a:defRPr>
            </a:lvl2pPr>
            <a:lvl3pPr lvl="2" algn="ctr">
              <a:spcBef>
                <a:spcPts val="0"/>
              </a:spcBef>
              <a:spcAft>
                <a:spcPts val="0"/>
              </a:spcAft>
              <a:buClr>
                <a:schemeClr val="lt1"/>
              </a:buClr>
              <a:buSzPts val="10200"/>
              <a:buNone/>
              <a:defRPr sz="10200">
                <a:solidFill>
                  <a:schemeClr val="lt1"/>
                </a:solidFill>
              </a:defRPr>
            </a:lvl3pPr>
            <a:lvl4pPr lvl="3" algn="ctr">
              <a:spcBef>
                <a:spcPts val="0"/>
              </a:spcBef>
              <a:spcAft>
                <a:spcPts val="0"/>
              </a:spcAft>
              <a:buClr>
                <a:schemeClr val="lt1"/>
              </a:buClr>
              <a:buSzPts val="10200"/>
              <a:buNone/>
              <a:defRPr sz="10200">
                <a:solidFill>
                  <a:schemeClr val="lt1"/>
                </a:solidFill>
              </a:defRPr>
            </a:lvl4pPr>
            <a:lvl5pPr lvl="4" algn="ctr">
              <a:spcBef>
                <a:spcPts val="0"/>
              </a:spcBef>
              <a:spcAft>
                <a:spcPts val="0"/>
              </a:spcAft>
              <a:buClr>
                <a:schemeClr val="lt1"/>
              </a:buClr>
              <a:buSzPts val="10200"/>
              <a:buNone/>
              <a:defRPr sz="10200">
                <a:solidFill>
                  <a:schemeClr val="lt1"/>
                </a:solidFill>
              </a:defRPr>
            </a:lvl5pPr>
            <a:lvl6pPr lvl="5" algn="ctr">
              <a:spcBef>
                <a:spcPts val="0"/>
              </a:spcBef>
              <a:spcAft>
                <a:spcPts val="0"/>
              </a:spcAft>
              <a:buClr>
                <a:schemeClr val="lt1"/>
              </a:buClr>
              <a:buSzPts val="10200"/>
              <a:buNone/>
              <a:defRPr sz="10200">
                <a:solidFill>
                  <a:schemeClr val="lt1"/>
                </a:solidFill>
              </a:defRPr>
            </a:lvl6pPr>
            <a:lvl7pPr lvl="6" algn="ctr">
              <a:spcBef>
                <a:spcPts val="0"/>
              </a:spcBef>
              <a:spcAft>
                <a:spcPts val="0"/>
              </a:spcAft>
              <a:buClr>
                <a:schemeClr val="lt1"/>
              </a:buClr>
              <a:buSzPts val="10200"/>
              <a:buNone/>
              <a:defRPr sz="10200">
                <a:solidFill>
                  <a:schemeClr val="lt1"/>
                </a:solidFill>
              </a:defRPr>
            </a:lvl7pPr>
            <a:lvl8pPr lvl="7" algn="ctr">
              <a:spcBef>
                <a:spcPts val="0"/>
              </a:spcBef>
              <a:spcAft>
                <a:spcPts val="0"/>
              </a:spcAft>
              <a:buClr>
                <a:schemeClr val="lt1"/>
              </a:buClr>
              <a:buSzPts val="10200"/>
              <a:buNone/>
              <a:defRPr sz="10200">
                <a:solidFill>
                  <a:schemeClr val="lt1"/>
                </a:solidFill>
              </a:defRPr>
            </a:lvl8pPr>
            <a:lvl9pPr lvl="8" algn="ctr">
              <a:spcBef>
                <a:spcPts val="0"/>
              </a:spcBef>
              <a:spcAft>
                <a:spcPts val="0"/>
              </a:spcAft>
              <a:buClr>
                <a:schemeClr val="lt1"/>
              </a:buClr>
              <a:buSzPts val="10200"/>
              <a:buNone/>
              <a:defRPr sz="10200">
                <a:solidFill>
                  <a:schemeClr val="lt1"/>
                </a:solidFill>
              </a:defRPr>
            </a:lvl9pPr>
          </a:lstStyle>
          <a:p>
            <a:r>
              <a:t>xx%</a:t>
            </a:r>
          </a:p>
        </p:txBody>
      </p:sp>
      <p:sp>
        <p:nvSpPr>
          <p:cNvPr id="269" name="Google Shape;269;g3395ef0ac48_0_137"/>
          <p:cNvSpPr txBox="1"/>
          <p:nvPr>
            <p:ph idx="1" type="body"/>
          </p:nvPr>
        </p:nvSpPr>
        <p:spPr>
          <a:xfrm>
            <a:off x="1623920" y="3988086"/>
            <a:ext cx="7445700" cy="1633800"/>
          </a:xfrm>
          <a:prstGeom prst="rect">
            <a:avLst/>
          </a:prstGeom>
        </p:spPr>
        <p:txBody>
          <a:bodyPr anchorCtr="0" anchor="t" bIns="116075" lIns="116075" spcFirstLastPara="1" rIns="116075" wrap="square" tIns="116075">
            <a:normAutofit/>
          </a:bodyPr>
          <a:lstStyle>
            <a:lvl1pPr indent="-336550" lvl="0" marL="457200" algn="ctr">
              <a:spcBef>
                <a:spcPts val="0"/>
              </a:spcBef>
              <a:spcAft>
                <a:spcPts val="0"/>
              </a:spcAft>
              <a:buClr>
                <a:schemeClr val="lt1"/>
              </a:buClr>
              <a:buSzPts val="17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270" name="Google Shape;270;g3395ef0ac48_0_137"/>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g3395ef0ac48_0_267"/>
          <p:cNvSpPr txBox="1"/>
          <p:nvPr>
            <p:ph idx="12" type="sldNum"/>
          </p:nvPr>
        </p:nvSpPr>
        <p:spPr>
          <a:xfrm>
            <a:off x="9883029" y="6965109"/>
            <a:ext cx="641700" cy="578700"/>
          </a:xfrm>
          <a:prstGeom prst="rect">
            <a:avLst/>
          </a:prstGeom>
        </p:spPr>
        <p:txBody>
          <a:bodyPr anchorCtr="0" anchor="ctr" bIns="116075" lIns="116075" spcFirstLastPara="1" rIns="116075" wrap="square" tIns="1160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rgbClr val="F9CB9C"/>
        </a:solidFill>
      </p:bgPr>
    </p:bg>
    <p:spTree>
      <p:nvGrpSpPr>
        <p:cNvPr id="273" name="Shape 273"/>
        <p:cNvGrpSpPr/>
        <p:nvPr/>
      </p:nvGrpSpPr>
      <p:grpSpPr>
        <a:xfrm>
          <a:off x="0" y="0"/>
          <a:ext cx="0" cy="0"/>
          <a:chOff x="0" y="0"/>
          <a:chExt cx="0" cy="0"/>
        </a:xfrm>
      </p:grpSpPr>
      <p:sp>
        <p:nvSpPr>
          <p:cNvPr id="274" name="Google Shape;274;g3395ef0ac48_0_269"/>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g3395ef0ac48_0_269"/>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g3395ef0ac48_0_269"/>
          <p:cNvSpPr txBox="1"/>
          <p:nvPr>
            <p:ph idx="11" type="ftr"/>
          </p:nvPr>
        </p:nvSpPr>
        <p:spPr>
          <a:xfrm>
            <a:off x="3635756" y="7033450"/>
            <a:ext cx="3421800" cy="3780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g3395ef0ac48_0_269"/>
          <p:cNvSpPr txBox="1"/>
          <p:nvPr>
            <p:ph idx="10" type="dt"/>
          </p:nvPr>
        </p:nvSpPr>
        <p:spPr>
          <a:xfrm>
            <a:off x="534670" y="7033450"/>
            <a:ext cx="2459400" cy="378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g3395ef0ac48_0_269"/>
          <p:cNvSpPr txBox="1"/>
          <p:nvPr>
            <p:ph idx="12" type="sldNum"/>
          </p:nvPr>
        </p:nvSpPr>
        <p:spPr>
          <a:xfrm>
            <a:off x="7699248" y="7033450"/>
            <a:ext cx="24594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fr-FR"/>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9" name="Shape 279"/>
        <p:cNvGrpSpPr/>
        <p:nvPr/>
      </p:nvGrpSpPr>
      <p:grpSpPr>
        <a:xfrm>
          <a:off x="0" y="0"/>
          <a:ext cx="0" cy="0"/>
          <a:chOff x="0" y="0"/>
          <a:chExt cx="0" cy="0"/>
        </a:xfrm>
      </p:grpSpPr>
      <p:sp>
        <p:nvSpPr>
          <p:cNvPr id="280" name="Google Shape;280;g3395ef0ac48_0_275"/>
          <p:cNvSpPr txBox="1"/>
          <p:nvPr>
            <p:ph type="title"/>
          </p:nvPr>
        </p:nvSpPr>
        <p:spPr>
          <a:xfrm>
            <a:off x="485761" y="1050204"/>
            <a:ext cx="9721800" cy="324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600"/>
              <a:buNone/>
              <a:defRPr b="1" i="0" sz="2550">
                <a:solidFill>
                  <a:srgbClr val="1F2628"/>
                </a:solidFill>
                <a:latin typeface="Arial"/>
                <a:ea typeface="Arial"/>
                <a:cs typeface="Arial"/>
                <a:sym typeface="Aria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1" name="Google Shape;281;g3395ef0ac48_0_275"/>
          <p:cNvSpPr txBox="1"/>
          <p:nvPr>
            <p:ph idx="1" type="body"/>
          </p:nvPr>
        </p:nvSpPr>
        <p:spPr>
          <a:xfrm>
            <a:off x="251107" y="2538513"/>
            <a:ext cx="10191300" cy="3017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700"/>
              <a:buNone/>
              <a:defRPr b="0" i="0" sz="1500">
                <a:solidFill>
                  <a:srgbClr val="6E6E6E"/>
                </a:solidFill>
                <a:latin typeface="Arial"/>
                <a:ea typeface="Arial"/>
                <a:cs typeface="Arial"/>
                <a:sym typeface="Arial"/>
              </a:defRPr>
            </a:lvl1pPr>
            <a:lvl2pPr indent="-228600" lvl="1" marL="914400" algn="l">
              <a:spcBef>
                <a:spcPts val="1500"/>
              </a:spcBef>
              <a:spcAft>
                <a:spcPts val="0"/>
              </a:spcAft>
              <a:buSzPts val="1400"/>
              <a:buNone/>
              <a:defRPr/>
            </a:lvl2pPr>
            <a:lvl3pPr indent="-228600" lvl="2" marL="1371600" algn="l">
              <a:spcBef>
                <a:spcPts val="1500"/>
              </a:spcBef>
              <a:spcAft>
                <a:spcPts val="0"/>
              </a:spcAft>
              <a:buSzPts val="1400"/>
              <a:buNone/>
              <a:defRPr/>
            </a:lvl3pPr>
            <a:lvl4pPr indent="-228600" lvl="3" marL="1828800" algn="l">
              <a:spcBef>
                <a:spcPts val="1500"/>
              </a:spcBef>
              <a:spcAft>
                <a:spcPts val="0"/>
              </a:spcAft>
              <a:buSzPts val="1400"/>
              <a:buNone/>
              <a:defRPr/>
            </a:lvl4pPr>
            <a:lvl5pPr indent="-228600" lvl="4" marL="2286000" algn="l">
              <a:spcBef>
                <a:spcPts val="1500"/>
              </a:spcBef>
              <a:spcAft>
                <a:spcPts val="0"/>
              </a:spcAft>
              <a:buSzPts val="1400"/>
              <a:buNone/>
              <a:defRPr/>
            </a:lvl5pPr>
            <a:lvl6pPr indent="-228600" lvl="5" marL="2743200" algn="l">
              <a:spcBef>
                <a:spcPts val="1500"/>
              </a:spcBef>
              <a:spcAft>
                <a:spcPts val="0"/>
              </a:spcAft>
              <a:buSzPts val="1400"/>
              <a:buNone/>
              <a:defRPr/>
            </a:lvl6pPr>
            <a:lvl7pPr indent="-228600" lvl="6" marL="3200400" algn="l">
              <a:spcBef>
                <a:spcPts val="1500"/>
              </a:spcBef>
              <a:spcAft>
                <a:spcPts val="0"/>
              </a:spcAft>
              <a:buSzPts val="1400"/>
              <a:buNone/>
              <a:defRPr/>
            </a:lvl7pPr>
            <a:lvl8pPr indent="-228600" lvl="7" marL="3657600" algn="l">
              <a:spcBef>
                <a:spcPts val="1500"/>
              </a:spcBef>
              <a:spcAft>
                <a:spcPts val="0"/>
              </a:spcAft>
              <a:buSzPts val="1400"/>
              <a:buNone/>
              <a:defRPr/>
            </a:lvl8pPr>
            <a:lvl9pPr indent="-228600" lvl="8" marL="4114800" algn="l">
              <a:spcBef>
                <a:spcPts val="1500"/>
              </a:spcBef>
              <a:spcAft>
                <a:spcPts val="1500"/>
              </a:spcAft>
              <a:buSzPts val="1400"/>
              <a:buNone/>
              <a:defRPr/>
            </a:lvl9pPr>
          </a:lstStyle>
          <a:p/>
        </p:txBody>
      </p:sp>
      <p:sp>
        <p:nvSpPr>
          <p:cNvPr id="282" name="Google Shape;282;g3395ef0ac48_0_275"/>
          <p:cNvSpPr txBox="1"/>
          <p:nvPr>
            <p:ph idx="11" type="ftr"/>
          </p:nvPr>
        </p:nvSpPr>
        <p:spPr>
          <a:xfrm>
            <a:off x="3635756" y="7033450"/>
            <a:ext cx="3421800" cy="3780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g3395ef0ac48_0_275"/>
          <p:cNvSpPr txBox="1"/>
          <p:nvPr>
            <p:ph idx="10" type="dt"/>
          </p:nvPr>
        </p:nvSpPr>
        <p:spPr>
          <a:xfrm>
            <a:off x="534670" y="7033450"/>
            <a:ext cx="2459400" cy="378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4" name="Google Shape;284;g3395ef0ac48_0_275"/>
          <p:cNvSpPr txBox="1"/>
          <p:nvPr>
            <p:ph idx="12" type="sldNum"/>
          </p:nvPr>
        </p:nvSpPr>
        <p:spPr>
          <a:xfrm>
            <a:off x="7699248" y="7033450"/>
            <a:ext cx="24594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fr-FR"/>
              <a:t>‹#›</a:t>
            </a:fld>
            <a:endParaRPr sz="1800">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rgbClr val="F9CB9C"/>
        </a:solidFill>
      </p:bgPr>
    </p:bg>
    <p:spTree>
      <p:nvGrpSpPr>
        <p:cNvPr id="285" name="Shape 285"/>
        <p:cNvGrpSpPr/>
        <p:nvPr/>
      </p:nvGrpSpPr>
      <p:grpSpPr>
        <a:xfrm>
          <a:off x="0" y="0"/>
          <a:ext cx="0" cy="0"/>
          <a:chOff x="0" y="0"/>
          <a:chExt cx="0" cy="0"/>
        </a:xfrm>
      </p:grpSpPr>
      <p:sp>
        <p:nvSpPr>
          <p:cNvPr id="286" name="Google Shape;286;g3395ef0ac48_0_281"/>
          <p:cNvSpPr/>
          <p:nvPr/>
        </p:nvSpPr>
        <p:spPr>
          <a:xfrm>
            <a:off x="5644896" y="2523744"/>
            <a:ext cx="4791600" cy="2792100"/>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g3395ef0ac48_0_281"/>
          <p:cNvSpPr/>
          <p:nvPr/>
        </p:nvSpPr>
        <p:spPr>
          <a:xfrm>
            <a:off x="5510784" y="4767072"/>
            <a:ext cx="1524000" cy="548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g3395ef0ac48_0_281"/>
          <p:cNvSpPr/>
          <p:nvPr/>
        </p:nvSpPr>
        <p:spPr>
          <a:xfrm>
            <a:off x="5536495" y="2608387"/>
            <a:ext cx="0" cy="475614"/>
          </a:xfrm>
          <a:custGeom>
            <a:rect b="b" l="l" r="r" t="t"/>
            <a:pathLst>
              <a:path extrusionOk="0" h="475614" w="120000">
                <a:moveTo>
                  <a:pt x="0" y="475359"/>
                </a:moveTo>
                <a:lnTo>
                  <a:pt x="0" y="0"/>
                </a:lnTo>
              </a:path>
            </a:pathLst>
          </a:custGeom>
          <a:noFill/>
          <a:ln cap="flat" cmpd="sng" w="18275">
            <a:solidFill>
              <a:srgbClr val="C3DBD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g3395ef0ac48_0_281"/>
          <p:cNvSpPr/>
          <p:nvPr/>
        </p:nvSpPr>
        <p:spPr>
          <a:xfrm>
            <a:off x="5536495" y="2608387"/>
            <a:ext cx="0" cy="2176145"/>
          </a:xfrm>
          <a:custGeom>
            <a:rect b="b" l="l" r="r" t="t"/>
            <a:pathLst>
              <a:path extrusionOk="0" h="2176145" w="120000">
                <a:moveTo>
                  <a:pt x="0" y="2175687"/>
                </a:moveTo>
                <a:lnTo>
                  <a:pt x="0" y="0"/>
                </a:lnTo>
              </a:path>
            </a:pathLst>
          </a:custGeom>
          <a:noFill/>
          <a:ln cap="flat" cmpd="sng" w="21325">
            <a:solidFill>
              <a:srgbClr val="BFA36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g3395ef0ac48_0_281"/>
          <p:cNvSpPr/>
          <p:nvPr/>
        </p:nvSpPr>
        <p:spPr>
          <a:xfrm>
            <a:off x="6687073" y="3109648"/>
            <a:ext cx="243840" cy="0"/>
          </a:xfrm>
          <a:custGeom>
            <a:rect b="b" l="l" r="r" t="t"/>
            <a:pathLst>
              <a:path extrusionOk="0" h="120000" w="243840">
                <a:moveTo>
                  <a:pt x="0" y="0"/>
                </a:moveTo>
                <a:lnTo>
                  <a:pt x="243832" y="0"/>
                </a:lnTo>
              </a:path>
            </a:pathLst>
          </a:custGeom>
          <a:noFill/>
          <a:ln cap="flat" cmpd="sng" w="27425">
            <a:solidFill>
              <a:srgbClr val="1C1C1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g3395ef0ac48_0_281"/>
          <p:cNvSpPr/>
          <p:nvPr/>
        </p:nvSpPr>
        <p:spPr>
          <a:xfrm>
            <a:off x="0" y="6729700"/>
            <a:ext cx="10692130" cy="0"/>
          </a:xfrm>
          <a:custGeom>
            <a:rect b="b" l="l" r="r" t="t"/>
            <a:pathLst>
              <a:path extrusionOk="0" h="120000" w="10692130">
                <a:moveTo>
                  <a:pt x="0" y="0"/>
                </a:moveTo>
                <a:lnTo>
                  <a:pt x="10692003" y="0"/>
                </a:lnTo>
              </a:path>
            </a:pathLst>
          </a:custGeom>
          <a:noFill/>
          <a:ln cap="flat" cmpd="sng" w="112750">
            <a:solidFill>
              <a:srgbClr val="64CF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g3395ef0ac48_0_281"/>
          <p:cNvSpPr txBox="1"/>
          <p:nvPr>
            <p:ph type="title"/>
          </p:nvPr>
        </p:nvSpPr>
        <p:spPr>
          <a:xfrm>
            <a:off x="485761" y="1050204"/>
            <a:ext cx="9721800" cy="324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600"/>
              <a:buNone/>
              <a:defRPr b="1" i="0" sz="2550">
                <a:solidFill>
                  <a:srgbClr val="1F2628"/>
                </a:solidFill>
                <a:latin typeface="Arial"/>
                <a:ea typeface="Arial"/>
                <a:cs typeface="Arial"/>
                <a:sym typeface="Aria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93" name="Google Shape;293;g3395ef0ac48_0_281"/>
          <p:cNvSpPr txBox="1"/>
          <p:nvPr>
            <p:ph idx="1" type="body"/>
          </p:nvPr>
        </p:nvSpPr>
        <p:spPr>
          <a:xfrm>
            <a:off x="534670" y="1739455"/>
            <a:ext cx="4651500" cy="4991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700"/>
              <a:buNone/>
              <a:defRPr/>
            </a:lvl1pPr>
            <a:lvl2pPr indent="-228600" lvl="1" marL="914400" algn="l">
              <a:spcBef>
                <a:spcPts val="1500"/>
              </a:spcBef>
              <a:spcAft>
                <a:spcPts val="0"/>
              </a:spcAft>
              <a:buSzPts val="1400"/>
              <a:buNone/>
              <a:defRPr/>
            </a:lvl2pPr>
            <a:lvl3pPr indent="-228600" lvl="2" marL="1371600" algn="l">
              <a:spcBef>
                <a:spcPts val="1500"/>
              </a:spcBef>
              <a:spcAft>
                <a:spcPts val="0"/>
              </a:spcAft>
              <a:buSzPts val="1400"/>
              <a:buNone/>
              <a:defRPr/>
            </a:lvl3pPr>
            <a:lvl4pPr indent="-228600" lvl="3" marL="1828800" algn="l">
              <a:spcBef>
                <a:spcPts val="1500"/>
              </a:spcBef>
              <a:spcAft>
                <a:spcPts val="0"/>
              </a:spcAft>
              <a:buSzPts val="1400"/>
              <a:buNone/>
              <a:defRPr/>
            </a:lvl4pPr>
            <a:lvl5pPr indent="-228600" lvl="4" marL="2286000" algn="l">
              <a:spcBef>
                <a:spcPts val="1500"/>
              </a:spcBef>
              <a:spcAft>
                <a:spcPts val="0"/>
              </a:spcAft>
              <a:buSzPts val="1400"/>
              <a:buNone/>
              <a:defRPr/>
            </a:lvl5pPr>
            <a:lvl6pPr indent="-228600" lvl="5" marL="2743200" algn="l">
              <a:spcBef>
                <a:spcPts val="1500"/>
              </a:spcBef>
              <a:spcAft>
                <a:spcPts val="0"/>
              </a:spcAft>
              <a:buSzPts val="1400"/>
              <a:buNone/>
              <a:defRPr/>
            </a:lvl6pPr>
            <a:lvl7pPr indent="-228600" lvl="6" marL="3200400" algn="l">
              <a:spcBef>
                <a:spcPts val="1500"/>
              </a:spcBef>
              <a:spcAft>
                <a:spcPts val="0"/>
              </a:spcAft>
              <a:buSzPts val="1400"/>
              <a:buNone/>
              <a:defRPr/>
            </a:lvl7pPr>
            <a:lvl8pPr indent="-228600" lvl="7" marL="3657600" algn="l">
              <a:spcBef>
                <a:spcPts val="1500"/>
              </a:spcBef>
              <a:spcAft>
                <a:spcPts val="0"/>
              </a:spcAft>
              <a:buSzPts val="1400"/>
              <a:buNone/>
              <a:defRPr/>
            </a:lvl8pPr>
            <a:lvl9pPr indent="-228600" lvl="8" marL="4114800" algn="l">
              <a:spcBef>
                <a:spcPts val="1500"/>
              </a:spcBef>
              <a:spcAft>
                <a:spcPts val="1500"/>
              </a:spcAft>
              <a:buSzPts val="1400"/>
              <a:buNone/>
              <a:defRPr/>
            </a:lvl9pPr>
          </a:lstStyle>
          <a:p/>
        </p:txBody>
      </p:sp>
      <p:sp>
        <p:nvSpPr>
          <p:cNvPr id="294" name="Google Shape;294;g3395ef0ac48_0_281"/>
          <p:cNvSpPr txBox="1"/>
          <p:nvPr>
            <p:ph idx="2" type="body"/>
          </p:nvPr>
        </p:nvSpPr>
        <p:spPr>
          <a:xfrm>
            <a:off x="5507100" y="1739455"/>
            <a:ext cx="4651500" cy="4991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700"/>
              <a:buNone/>
              <a:defRPr/>
            </a:lvl1pPr>
            <a:lvl2pPr indent="-228600" lvl="1" marL="914400" algn="l">
              <a:spcBef>
                <a:spcPts val="1500"/>
              </a:spcBef>
              <a:spcAft>
                <a:spcPts val="0"/>
              </a:spcAft>
              <a:buSzPts val="1400"/>
              <a:buNone/>
              <a:defRPr/>
            </a:lvl2pPr>
            <a:lvl3pPr indent="-228600" lvl="2" marL="1371600" algn="l">
              <a:spcBef>
                <a:spcPts val="1500"/>
              </a:spcBef>
              <a:spcAft>
                <a:spcPts val="0"/>
              </a:spcAft>
              <a:buSzPts val="1400"/>
              <a:buNone/>
              <a:defRPr/>
            </a:lvl3pPr>
            <a:lvl4pPr indent="-228600" lvl="3" marL="1828800" algn="l">
              <a:spcBef>
                <a:spcPts val="1500"/>
              </a:spcBef>
              <a:spcAft>
                <a:spcPts val="0"/>
              </a:spcAft>
              <a:buSzPts val="1400"/>
              <a:buNone/>
              <a:defRPr/>
            </a:lvl4pPr>
            <a:lvl5pPr indent="-228600" lvl="4" marL="2286000" algn="l">
              <a:spcBef>
                <a:spcPts val="1500"/>
              </a:spcBef>
              <a:spcAft>
                <a:spcPts val="0"/>
              </a:spcAft>
              <a:buSzPts val="1400"/>
              <a:buNone/>
              <a:defRPr/>
            </a:lvl5pPr>
            <a:lvl6pPr indent="-228600" lvl="5" marL="2743200" algn="l">
              <a:spcBef>
                <a:spcPts val="1500"/>
              </a:spcBef>
              <a:spcAft>
                <a:spcPts val="0"/>
              </a:spcAft>
              <a:buSzPts val="1400"/>
              <a:buNone/>
              <a:defRPr/>
            </a:lvl6pPr>
            <a:lvl7pPr indent="-228600" lvl="6" marL="3200400" algn="l">
              <a:spcBef>
                <a:spcPts val="1500"/>
              </a:spcBef>
              <a:spcAft>
                <a:spcPts val="0"/>
              </a:spcAft>
              <a:buSzPts val="1400"/>
              <a:buNone/>
              <a:defRPr/>
            </a:lvl7pPr>
            <a:lvl8pPr indent="-228600" lvl="7" marL="3657600" algn="l">
              <a:spcBef>
                <a:spcPts val="1500"/>
              </a:spcBef>
              <a:spcAft>
                <a:spcPts val="0"/>
              </a:spcAft>
              <a:buSzPts val="1400"/>
              <a:buNone/>
              <a:defRPr/>
            </a:lvl8pPr>
            <a:lvl9pPr indent="-228600" lvl="8" marL="4114800" algn="l">
              <a:spcBef>
                <a:spcPts val="1500"/>
              </a:spcBef>
              <a:spcAft>
                <a:spcPts val="1500"/>
              </a:spcAft>
              <a:buSzPts val="1400"/>
              <a:buNone/>
              <a:defRPr/>
            </a:lvl9pPr>
          </a:lstStyle>
          <a:p/>
        </p:txBody>
      </p:sp>
      <p:sp>
        <p:nvSpPr>
          <p:cNvPr id="295" name="Google Shape;295;g3395ef0ac48_0_281"/>
          <p:cNvSpPr txBox="1"/>
          <p:nvPr>
            <p:ph idx="11" type="ftr"/>
          </p:nvPr>
        </p:nvSpPr>
        <p:spPr>
          <a:xfrm>
            <a:off x="3635756" y="7033450"/>
            <a:ext cx="3421800" cy="3780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6" name="Google Shape;296;g3395ef0ac48_0_281"/>
          <p:cNvSpPr txBox="1"/>
          <p:nvPr>
            <p:ph idx="10" type="dt"/>
          </p:nvPr>
        </p:nvSpPr>
        <p:spPr>
          <a:xfrm>
            <a:off x="534670" y="7033450"/>
            <a:ext cx="2459400" cy="378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g3395ef0ac48_0_281"/>
          <p:cNvSpPr txBox="1"/>
          <p:nvPr>
            <p:ph idx="12" type="sldNum"/>
          </p:nvPr>
        </p:nvSpPr>
        <p:spPr>
          <a:xfrm>
            <a:off x="7699248" y="7033450"/>
            <a:ext cx="24594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fr-FR"/>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g3395ef0ac48_0_1"/>
          <p:cNvSpPr txBox="1"/>
          <p:nvPr>
            <p:ph type="title"/>
          </p:nvPr>
        </p:nvSpPr>
        <p:spPr>
          <a:xfrm>
            <a:off x="364516" y="654352"/>
            <a:ext cx="9964500" cy="842100"/>
          </a:xfrm>
          <a:prstGeom prst="rect">
            <a:avLst/>
          </a:prstGeom>
          <a:noFill/>
          <a:ln>
            <a:noFill/>
          </a:ln>
        </p:spPr>
        <p:txBody>
          <a:bodyPr anchorCtr="0" anchor="t" bIns="116075" lIns="116075" spcFirstLastPara="1" rIns="116075" wrap="square" tIns="116075">
            <a:normAutofit/>
          </a:bodyPr>
          <a:lstStyle>
            <a:lvl1pPr lvl="0">
              <a:spcBef>
                <a:spcPts val="0"/>
              </a:spcBef>
              <a:spcAft>
                <a:spcPts val="0"/>
              </a:spcAft>
              <a:buClr>
                <a:schemeClr val="dk2"/>
              </a:buClr>
              <a:buSzPts val="3600"/>
              <a:buFont typeface="Maven Pro"/>
              <a:buNone/>
              <a:defRPr b="1" sz="3600">
                <a:solidFill>
                  <a:schemeClr val="dk2"/>
                </a:solidFill>
                <a:latin typeface="Maven Pro"/>
                <a:ea typeface="Maven Pro"/>
                <a:cs typeface="Maven Pro"/>
                <a:sym typeface="Maven Pro"/>
              </a:defRPr>
            </a:lvl1pPr>
            <a:lvl2pPr lvl="1">
              <a:spcBef>
                <a:spcPts val="0"/>
              </a:spcBef>
              <a:spcAft>
                <a:spcPts val="0"/>
              </a:spcAft>
              <a:buClr>
                <a:schemeClr val="dk2"/>
              </a:buClr>
              <a:buSzPts val="3600"/>
              <a:buFont typeface="Maven Pro"/>
              <a:buNone/>
              <a:defRPr b="1" sz="3600">
                <a:solidFill>
                  <a:schemeClr val="dk2"/>
                </a:solidFill>
                <a:latin typeface="Maven Pro"/>
                <a:ea typeface="Maven Pro"/>
                <a:cs typeface="Maven Pro"/>
                <a:sym typeface="Maven Pro"/>
              </a:defRPr>
            </a:lvl2pPr>
            <a:lvl3pPr lvl="2">
              <a:spcBef>
                <a:spcPts val="0"/>
              </a:spcBef>
              <a:spcAft>
                <a:spcPts val="0"/>
              </a:spcAft>
              <a:buClr>
                <a:schemeClr val="dk2"/>
              </a:buClr>
              <a:buSzPts val="3600"/>
              <a:buFont typeface="Maven Pro"/>
              <a:buNone/>
              <a:defRPr b="1" sz="3600">
                <a:solidFill>
                  <a:schemeClr val="dk2"/>
                </a:solidFill>
                <a:latin typeface="Maven Pro"/>
                <a:ea typeface="Maven Pro"/>
                <a:cs typeface="Maven Pro"/>
                <a:sym typeface="Maven Pro"/>
              </a:defRPr>
            </a:lvl3pPr>
            <a:lvl4pPr lvl="3">
              <a:spcBef>
                <a:spcPts val="0"/>
              </a:spcBef>
              <a:spcAft>
                <a:spcPts val="0"/>
              </a:spcAft>
              <a:buClr>
                <a:schemeClr val="dk2"/>
              </a:buClr>
              <a:buSzPts val="3600"/>
              <a:buFont typeface="Maven Pro"/>
              <a:buNone/>
              <a:defRPr b="1" sz="3600">
                <a:solidFill>
                  <a:schemeClr val="dk2"/>
                </a:solidFill>
                <a:latin typeface="Maven Pro"/>
                <a:ea typeface="Maven Pro"/>
                <a:cs typeface="Maven Pro"/>
                <a:sym typeface="Maven Pro"/>
              </a:defRPr>
            </a:lvl4pPr>
            <a:lvl5pPr lvl="4">
              <a:spcBef>
                <a:spcPts val="0"/>
              </a:spcBef>
              <a:spcAft>
                <a:spcPts val="0"/>
              </a:spcAft>
              <a:buClr>
                <a:schemeClr val="dk2"/>
              </a:buClr>
              <a:buSzPts val="3600"/>
              <a:buFont typeface="Maven Pro"/>
              <a:buNone/>
              <a:defRPr b="1" sz="3600">
                <a:solidFill>
                  <a:schemeClr val="dk2"/>
                </a:solidFill>
                <a:latin typeface="Maven Pro"/>
                <a:ea typeface="Maven Pro"/>
                <a:cs typeface="Maven Pro"/>
                <a:sym typeface="Maven Pro"/>
              </a:defRPr>
            </a:lvl5pPr>
            <a:lvl6pPr lvl="5">
              <a:spcBef>
                <a:spcPts val="0"/>
              </a:spcBef>
              <a:spcAft>
                <a:spcPts val="0"/>
              </a:spcAft>
              <a:buClr>
                <a:schemeClr val="dk2"/>
              </a:buClr>
              <a:buSzPts val="3600"/>
              <a:buFont typeface="Maven Pro"/>
              <a:buNone/>
              <a:defRPr b="1" sz="3600">
                <a:solidFill>
                  <a:schemeClr val="dk2"/>
                </a:solidFill>
                <a:latin typeface="Maven Pro"/>
                <a:ea typeface="Maven Pro"/>
                <a:cs typeface="Maven Pro"/>
                <a:sym typeface="Maven Pro"/>
              </a:defRPr>
            </a:lvl6pPr>
            <a:lvl7pPr lvl="6">
              <a:spcBef>
                <a:spcPts val="0"/>
              </a:spcBef>
              <a:spcAft>
                <a:spcPts val="0"/>
              </a:spcAft>
              <a:buClr>
                <a:schemeClr val="dk2"/>
              </a:buClr>
              <a:buSzPts val="3600"/>
              <a:buFont typeface="Maven Pro"/>
              <a:buNone/>
              <a:defRPr b="1" sz="3600">
                <a:solidFill>
                  <a:schemeClr val="dk2"/>
                </a:solidFill>
                <a:latin typeface="Maven Pro"/>
                <a:ea typeface="Maven Pro"/>
                <a:cs typeface="Maven Pro"/>
                <a:sym typeface="Maven Pro"/>
              </a:defRPr>
            </a:lvl7pPr>
            <a:lvl8pPr lvl="7">
              <a:spcBef>
                <a:spcPts val="0"/>
              </a:spcBef>
              <a:spcAft>
                <a:spcPts val="0"/>
              </a:spcAft>
              <a:buClr>
                <a:schemeClr val="dk2"/>
              </a:buClr>
              <a:buSzPts val="3600"/>
              <a:buFont typeface="Maven Pro"/>
              <a:buNone/>
              <a:defRPr b="1" sz="3600">
                <a:solidFill>
                  <a:schemeClr val="dk2"/>
                </a:solidFill>
                <a:latin typeface="Maven Pro"/>
                <a:ea typeface="Maven Pro"/>
                <a:cs typeface="Maven Pro"/>
                <a:sym typeface="Maven Pro"/>
              </a:defRPr>
            </a:lvl8pPr>
            <a:lvl9pPr lvl="8">
              <a:spcBef>
                <a:spcPts val="0"/>
              </a:spcBef>
              <a:spcAft>
                <a:spcPts val="0"/>
              </a:spcAft>
              <a:buClr>
                <a:schemeClr val="dk2"/>
              </a:buClr>
              <a:buSzPts val="3600"/>
              <a:buFont typeface="Maven Pro"/>
              <a:buNone/>
              <a:defRPr b="1" sz="3600">
                <a:solidFill>
                  <a:schemeClr val="dk2"/>
                </a:solidFill>
                <a:latin typeface="Maven Pro"/>
                <a:ea typeface="Maven Pro"/>
                <a:cs typeface="Maven Pro"/>
                <a:sym typeface="Maven Pro"/>
              </a:defRPr>
            </a:lvl9pPr>
          </a:lstStyle>
          <a:p/>
        </p:txBody>
      </p:sp>
      <p:sp>
        <p:nvSpPr>
          <p:cNvPr id="7" name="Google Shape;7;g3395ef0ac48_0_1"/>
          <p:cNvSpPr txBox="1"/>
          <p:nvPr>
            <p:ph idx="1" type="body"/>
          </p:nvPr>
        </p:nvSpPr>
        <p:spPr>
          <a:xfrm>
            <a:off x="364516" y="1694565"/>
            <a:ext cx="9964500" cy="5023500"/>
          </a:xfrm>
          <a:prstGeom prst="rect">
            <a:avLst/>
          </a:prstGeom>
          <a:noFill/>
          <a:ln>
            <a:noFill/>
          </a:ln>
        </p:spPr>
        <p:txBody>
          <a:bodyPr anchorCtr="0" anchor="t" bIns="116075" lIns="116075" spcFirstLastPara="1" rIns="116075" wrap="square" tIns="116075">
            <a:normAutofit/>
          </a:bodyPr>
          <a:lstStyle>
            <a:lvl1pPr indent="-336550" lvl="0" marL="457200">
              <a:lnSpc>
                <a:spcPct val="115000"/>
              </a:lnSpc>
              <a:spcBef>
                <a:spcPts val="0"/>
              </a:spcBef>
              <a:spcAft>
                <a:spcPts val="0"/>
              </a:spcAft>
              <a:buClr>
                <a:schemeClr val="dk2"/>
              </a:buClr>
              <a:buSzPts val="1700"/>
              <a:buFont typeface="Nunito"/>
              <a:buChar char="●"/>
              <a:defRPr sz="1700">
                <a:solidFill>
                  <a:schemeClr val="dk2"/>
                </a:solidFill>
                <a:latin typeface="Nunito"/>
                <a:ea typeface="Nunito"/>
                <a:cs typeface="Nunito"/>
                <a:sym typeface="Nunito"/>
              </a:defRPr>
            </a:lvl1pPr>
            <a:lvl2pPr indent="-317500" lvl="1" marL="914400">
              <a:lnSpc>
                <a:spcPct val="115000"/>
              </a:lnSpc>
              <a:spcBef>
                <a:spcPts val="0"/>
              </a:spcBef>
              <a:spcAft>
                <a:spcPts val="0"/>
              </a:spcAft>
              <a:buClr>
                <a:schemeClr val="dk2"/>
              </a:buClr>
              <a:buSzPts val="1400"/>
              <a:buFont typeface="Nunito"/>
              <a:buChar char="○"/>
              <a:defRPr sz="1400">
                <a:solidFill>
                  <a:schemeClr val="dk2"/>
                </a:solidFill>
                <a:latin typeface="Nunito"/>
                <a:ea typeface="Nunito"/>
                <a:cs typeface="Nunito"/>
                <a:sym typeface="Nunito"/>
              </a:defRPr>
            </a:lvl2pPr>
            <a:lvl3pPr indent="-317500" lvl="2" marL="1371600">
              <a:lnSpc>
                <a:spcPct val="115000"/>
              </a:lnSpc>
              <a:spcBef>
                <a:spcPts val="0"/>
              </a:spcBef>
              <a:spcAft>
                <a:spcPts val="0"/>
              </a:spcAft>
              <a:buClr>
                <a:schemeClr val="dk2"/>
              </a:buClr>
              <a:buSzPts val="1400"/>
              <a:buFont typeface="Nunito"/>
              <a:buChar char="■"/>
              <a:defRPr sz="1400">
                <a:solidFill>
                  <a:schemeClr val="dk2"/>
                </a:solidFill>
                <a:latin typeface="Nunito"/>
                <a:ea typeface="Nunito"/>
                <a:cs typeface="Nunito"/>
                <a:sym typeface="Nunito"/>
              </a:defRPr>
            </a:lvl3pPr>
            <a:lvl4pPr indent="-317500" lvl="3" marL="1828800">
              <a:lnSpc>
                <a:spcPct val="115000"/>
              </a:lnSpc>
              <a:spcBef>
                <a:spcPts val="0"/>
              </a:spcBef>
              <a:spcAft>
                <a:spcPts val="0"/>
              </a:spcAft>
              <a:buClr>
                <a:schemeClr val="dk2"/>
              </a:buClr>
              <a:buSzPts val="1400"/>
              <a:buFont typeface="Nunito"/>
              <a:buChar char="●"/>
              <a:defRPr sz="1400">
                <a:solidFill>
                  <a:schemeClr val="dk2"/>
                </a:solidFill>
                <a:latin typeface="Nunito"/>
                <a:ea typeface="Nunito"/>
                <a:cs typeface="Nunito"/>
                <a:sym typeface="Nunito"/>
              </a:defRPr>
            </a:lvl4pPr>
            <a:lvl5pPr indent="-317500" lvl="4" marL="2286000">
              <a:lnSpc>
                <a:spcPct val="115000"/>
              </a:lnSpc>
              <a:spcBef>
                <a:spcPts val="0"/>
              </a:spcBef>
              <a:spcAft>
                <a:spcPts val="0"/>
              </a:spcAft>
              <a:buClr>
                <a:schemeClr val="dk2"/>
              </a:buClr>
              <a:buSzPts val="1400"/>
              <a:buFont typeface="Nunito"/>
              <a:buChar char="○"/>
              <a:defRPr sz="1400">
                <a:solidFill>
                  <a:schemeClr val="dk2"/>
                </a:solidFill>
                <a:latin typeface="Nunito"/>
                <a:ea typeface="Nunito"/>
                <a:cs typeface="Nunito"/>
                <a:sym typeface="Nunito"/>
              </a:defRPr>
            </a:lvl5pPr>
            <a:lvl6pPr indent="-317500" lvl="5" marL="2743200">
              <a:lnSpc>
                <a:spcPct val="115000"/>
              </a:lnSpc>
              <a:spcBef>
                <a:spcPts val="0"/>
              </a:spcBef>
              <a:spcAft>
                <a:spcPts val="0"/>
              </a:spcAft>
              <a:buClr>
                <a:schemeClr val="dk2"/>
              </a:buClr>
              <a:buSzPts val="1400"/>
              <a:buFont typeface="Nunito"/>
              <a:buChar char="■"/>
              <a:defRPr sz="1400">
                <a:solidFill>
                  <a:schemeClr val="dk2"/>
                </a:solidFill>
                <a:latin typeface="Nunito"/>
                <a:ea typeface="Nunito"/>
                <a:cs typeface="Nunito"/>
                <a:sym typeface="Nunito"/>
              </a:defRPr>
            </a:lvl6pPr>
            <a:lvl7pPr indent="-317500" lvl="6" marL="3200400">
              <a:lnSpc>
                <a:spcPct val="115000"/>
              </a:lnSpc>
              <a:spcBef>
                <a:spcPts val="0"/>
              </a:spcBef>
              <a:spcAft>
                <a:spcPts val="0"/>
              </a:spcAft>
              <a:buClr>
                <a:schemeClr val="dk2"/>
              </a:buClr>
              <a:buSzPts val="1400"/>
              <a:buFont typeface="Nunito"/>
              <a:buChar char="●"/>
              <a:defRPr sz="1400">
                <a:solidFill>
                  <a:schemeClr val="dk2"/>
                </a:solidFill>
                <a:latin typeface="Nunito"/>
                <a:ea typeface="Nunito"/>
                <a:cs typeface="Nunito"/>
                <a:sym typeface="Nunito"/>
              </a:defRPr>
            </a:lvl7pPr>
            <a:lvl8pPr indent="-317500" lvl="7" marL="3657600">
              <a:lnSpc>
                <a:spcPct val="115000"/>
              </a:lnSpc>
              <a:spcBef>
                <a:spcPts val="0"/>
              </a:spcBef>
              <a:spcAft>
                <a:spcPts val="0"/>
              </a:spcAft>
              <a:buClr>
                <a:schemeClr val="dk2"/>
              </a:buClr>
              <a:buSzPts val="1400"/>
              <a:buFont typeface="Nunito"/>
              <a:buChar char="○"/>
              <a:defRPr sz="1400">
                <a:solidFill>
                  <a:schemeClr val="dk2"/>
                </a:solidFill>
                <a:latin typeface="Nunito"/>
                <a:ea typeface="Nunito"/>
                <a:cs typeface="Nunito"/>
                <a:sym typeface="Nunito"/>
              </a:defRPr>
            </a:lvl8pPr>
            <a:lvl9pPr indent="-317500" lvl="8" marL="4114800">
              <a:lnSpc>
                <a:spcPct val="115000"/>
              </a:lnSpc>
              <a:spcBef>
                <a:spcPts val="0"/>
              </a:spcBef>
              <a:spcAft>
                <a:spcPts val="0"/>
              </a:spcAft>
              <a:buClr>
                <a:schemeClr val="dk2"/>
              </a:buClr>
              <a:buSzPts val="1400"/>
              <a:buFont typeface="Nunito"/>
              <a:buChar char="■"/>
              <a:defRPr sz="1400">
                <a:solidFill>
                  <a:schemeClr val="dk2"/>
                </a:solidFill>
                <a:latin typeface="Nunito"/>
                <a:ea typeface="Nunito"/>
                <a:cs typeface="Nunito"/>
                <a:sym typeface="Nunito"/>
              </a:defRPr>
            </a:lvl9pPr>
          </a:lstStyle>
          <a:p/>
        </p:txBody>
      </p:sp>
      <p:sp>
        <p:nvSpPr>
          <p:cNvPr id="8" name="Google Shape;8;g3395ef0ac48_0_1"/>
          <p:cNvSpPr txBox="1"/>
          <p:nvPr>
            <p:ph idx="12" type="sldNum"/>
          </p:nvPr>
        </p:nvSpPr>
        <p:spPr>
          <a:xfrm>
            <a:off x="9883029" y="6965109"/>
            <a:ext cx="641700" cy="578700"/>
          </a:xfrm>
          <a:prstGeom prst="rect">
            <a:avLst/>
          </a:prstGeom>
          <a:noFill/>
          <a:ln>
            <a:noFill/>
          </a:ln>
        </p:spPr>
        <p:txBody>
          <a:bodyPr anchorCtr="0" anchor="ctr" bIns="116075" lIns="116075" spcFirstLastPara="1" rIns="116075" wrap="square" tIns="116075">
            <a:normAutofit/>
          </a:bodyPr>
          <a:lstStyle>
            <a:lvl1pPr lvl="0" algn="r">
              <a:buNone/>
              <a:defRPr sz="1100">
                <a:solidFill>
                  <a:schemeClr val="dk2"/>
                </a:solidFill>
                <a:latin typeface="Nunito"/>
                <a:ea typeface="Nunito"/>
                <a:cs typeface="Nunito"/>
                <a:sym typeface="Nunito"/>
              </a:defRPr>
            </a:lvl1pPr>
            <a:lvl2pPr lvl="1" algn="r">
              <a:buNone/>
              <a:defRPr sz="1100">
                <a:solidFill>
                  <a:schemeClr val="dk2"/>
                </a:solidFill>
                <a:latin typeface="Nunito"/>
                <a:ea typeface="Nunito"/>
                <a:cs typeface="Nunito"/>
                <a:sym typeface="Nunito"/>
              </a:defRPr>
            </a:lvl2pPr>
            <a:lvl3pPr lvl="2" algn="r">
              <a:buNone/>
              <a:defRPr sz="1100">
                <a:solidFill>
                  <a:schemeClr val="dk2"/>
                </a:solidFill>
                <a:latin typeface="Nunito"/>
                <a:ea typeface="Nunito"/>
                <a:cs typeface="Nunito"/>
                <a:sym typeface="Nunito"/>
              </a:defRPr>
            </a:lvl3pPr>
            <a:lvl4pPr lvl="3" algn="r">
              <a:buNone/>
              <a:defRPr sz="1100">
                <a:solidFill>
                  <a:schemeClr val="dk2"/>
                </a:solidFill>
                <a:latin typeface="Nunito"/>
                <a:ea typeface="Nunito"/>
                <a:cs typeface="Nunito"/>
                <a:sym typeface="Nunito"/>
              </a:defRPr>
            </a:lvl4pPr>
            <a:lvl5pPr lvl="4" algn="r">
              <a:buNone/>
              <a:defRPr sz="1100">
                <a:solidFill>
                  <a:schemeClr val="dk2"/>
                </a:solidFill>
                <a:latin typeface="Nunito"/>
                <a:ea typeface="Nunito"/>
                <a:cs typeface="Nunito"/>
                <a:sym typeface="Nunito"/>
              </a:defRPr>
            </a:lvl5pPr>
            <a:lvl6pPr lvl="5" algn="r">
              <a:buNone/>
              <a:defRPr sz="1100">
                <a:solidFill>
                  <a:schemeClr val="dk2"/>
                </a:solidFill>
                <a:latin typeface="Nunito"/>
                <a:ea typeface="Nunito"/>
                <a:cs typeface="Nunito"/>
                <a:sym typeface="Nunito"/>
              </a:defRPr>
            </a:lvl6pPr>
            <a:lvl7pPr lvl="6" algn="r">
              <a:buNone/>
              <a:defRPr sz="1100">
                <a:solidFill>
                  <a:schemeClr val="dk2"/>
                </a:solidFill>
                <a:latin typeface="Nunito"/>
                <a:ea typeface="Nunito"/>
                <a:cs typeface="Nunito"/>
                <a:sym typeface="Nunito"/>
              </a:defRPr>
            </a:lvl7pPr>
            <a:lvl8pPr lvl="7" algn="r">
              <a:buNone/>
              <a:defRPr sz="1100">
                <a:solidFill>
                  <a:schemeClr val="dk2"/>
                </a:solidFill>
                <a:latin typeface="Nunito"/>
                <a:ea typeface="Nunito"/>
                <a:cs typeface="Nunito"/>
                <a:sym typeface="Nunito"/>
              </a:defRPr>
            </a:lvl8pPr>
            <a:lvl9pPr lvl="8" algn="r">
              <a:buNone/>
              <a:defRPr sz="11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
          <p:cNvSpPr txBox="1"/>
          <p:nvPr/>
        </p:nvSpPr>
        <p:spPr>
          <a:xfrm>
            <a:off x="330899" y="2590500"/>
            <a:ext cx="7821900" cy="1000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1685"/>
              </a:spcBef>
              <a:spcAft>
                <a:spcPts val="0"/>
              </a:spcAft>
              <a:buNone/>
            </a:pPr>
            <a:r>
              <a:rPr b="1" lang="fr-FR" sz="3250">
                <a:solidFill>
                  <a:schemeClr val="dk1"/>
                </a:solidFill>
                <a:latin typeface="Montserrat"/>
                <a:ea typeface="Montserrat"/>
                <a:cs typeface="Montserrat"/>
                <a:sym typeface="Montserrat"/>
              </a:rPr>
              <a:t>Retaillnsight360 : Amélioration de l'expérience client</a:t>
            </a:r>
            <a:endParaRPr b="1" sz="3250">
              <a:solidFill>
                <a:schemeClr val="dk1"/>
              </a:solidFill>
              <a:latin typeface="Montserrat"/>
              <a:ea typeface="Montserrat"/>
              <a:cs typeface="Montserrat"/>
              <a:sym typeface="Montserrat"/>
            </a:endParaRPr>
          </a:p>
        </p:txBody>
      </p:sp>
      <p:sp>
        <p:nvSpPr>
          <p:cNvPr id="303" name="Google Shape;303;p1"/>
          <p:cNvSpPr txBox="1"/>
          <p:nvPr/>
        </p:nvSpPr>
        <p:spPr>
          <a:xfrm>
            <a:off x="171446" y="5836654"/>
            <a:ext cx="2982600" cy="471900"/>
          </a:xfrm>
          <a:prstGeom prst="rect">
            <a:avLst/>
          </a:prstGeom>
          <a:noFill/>
          <a:ln>
            <a:noFill/>
          </a:ln>
        </p:spPr>
        <p:txBody>
          <a:bodyPr anchorCtr="0" anchor="t" bIns="0" lIns="0" spcFirstLastPara="1" rIns="0" wrap="square" tIns="0">
            <a:spAutoFit/>
          </a:bodyPr>
          <a:lstStyle/>
          <a:p>
            <a:pPr indent="0" lvl="0" marL="0" marR="2540" rtl="0" algn="ctr">
              <a:lnSpc>
                <a:spcPct val="100000"/>
              </a:lnSpc>
              <a:spcBef>
                <a:spcPts val="0"/>
              </a:spcBef>
              <a:spcAft>
                <a:spcPts val="0"/>
              </a:spcAft>
              <a:buNone/>
            </a:pPr>
            <a:r>
              <a:rPr b="1" lang="fr-FR" sz="1550">
                <a:solidFill>
                  <a:srgbClr val="6D6D6D"/>
                </a:solidFill>
                <a:latin typeface="Arial"/>
                <a:ea typeface="Arial"/>
                <a:cs typeface="Arial"/>
                <a:sym typeface="Arial"/>
              </a:rPr>
              <a:t>Présenté par</a:t>
            </a:r>
            <a:endParaRPr sz="1550">
              <a:solidFill>
                <a:schemeClr val="dk1"/>
              </a:solidFill>
              <a:latin typeface="Arial"/>
              <a:ea typeface="Arial"/>
              <a:cs typeface="Arial"/>
              <a:sym typeface="Arial"/>
            </a:endParaRPr>
          </a:p>
          <a:p>
            <a:pPr indent="0" lvl="0" marL="0" marR="0" rtl="0" algn="ctr">
              <a:lnSpc>
                <a:spcPct val="100000"/>
              </a:lnSpc>
              <a:spcBef>
                <a:spcPts val="20"/>
              </a:spcBef>
              <a:spcAft>
                <a:spcPts val="0"/>
              </a:spcAft>
              <a:buNone/>
            </a:pPr>
            <a:r>
              <a:rPr lang="fr-FR" sz="1500">
                <a:solidFill>
                  <a:srgbClr val="6D6D6D"/>
                </a:solidFill>
                <a:latin typeface="Arial"/>
                <a:ea typeface="Arial"/>
                <a:cs typeface="Arial"/>
                <a:sym typeface="Arial"/>
              </a:rPr>
              <a:t>Flavien Bardet - Business Analyst</a:t>
            </a:r>
            <a:endParaRPr sz="1500">
              <a:solidFill>
                <a:schemeClr val="dk1"/>
              </a:solidFill>
              <a:latin typeface="Arial"/>
              <a:ea typeface="Arial"/>
              <a:cs typeface="Arial"/>
              <a:sym typeface="Arial"/>
            </a:endParaRPr>
          </a:p>
        </p:txBody>
      </p:sp>
      <p:sp>
        <p:nvSpPr>
          <p:cNvPr id="304" name="Google Shape;304;p1"/>
          <p:cNvSpPr txBox="1"/>
          <p:nvPr/>
        </p:nvSpPr>
        <p:spPr>
          <a:xfrm>
            <a:off x="9134286" y="5836642"/>
            <a:ext cx="1046400" cy="471900"/>
          </a:xfrm>
          <a:prstGeom prst="rect">
            <a:avLst/>
          </a:prstGeom>
          <a:noFill/>
          <a:ln>
            <a:noFill/>
          </a:ln>
        </p:spPr>
        <p:txBody>
          <a:bodyPr anchorCtr="0" anchor="t" bIns="0" lIns="0" spcFirstLastPara="1" rIns="0" wrap="square" tIns="0">
            <a:spAutoFit/>
          </a:bodyPr>
          <a:lstStyle/>
          <a:p>
            <a:pPr indent="0" lvl="0" marL="29209" marR="0" rtl="0" algn="l">
              <a:lnSpc>
                <a:spcPct val="100000"/>
              </a:lnSpc>
              <a:spcBef>
                <a:spcPts val="0"/>
              </a:spcBef>
              <a:spcAft>
                <a:spcPts val="0"/>
              </a:spcAft>
              <a:buNone/>
            </a:pPr>
            <a:r>
              <a:rPr b="1" lang="fr-FR" sz="1550">
                <a:solidFill>
                  <a:srgbClr val="6D6D6D"/>
                </a:solidFill>
                <a:latin typeface="Arial"/>
                <a:ea typeface="Arial"/>
                <a:cs typeface="Arial"/>
                <a:sym typeface="Arial"/>
              </a:rPr>
              <a:t>Entreprise</a:t>
            </a:r>
            <a:endParaRPr sz="1550">
              <a:solidFill>
                <a:schemeClr val="dk1"/>
              </a:solidFill>
              <a:latin typeface="Arial"/>
              <a:ea typeface="Arial"/>
              <a:cs typeface="Arial"/>
              <a:sym typeface="Arial"/>
            </a:endParaRPr>
          </a:p>
          <a:p>
            <a:pPr indent="0" lvl="0" marL="12700" marR="0" rtl="0" algn="l">
              <a:lnSpc>
                <a:spcPct val="100000"/>
              </a:lnSpc>
              <a:spcBef>
                <a:spcPts val="20"/>
              </a:spcBef>
              <a:spcAft>
                <a:spcPts val="0"/>
              </a:spcAft>
              <a:buNone/>
            </a:pPr>
            <a:r>
              <a:rPr lang="fr-FR" sz="1500">
                <a:solidFill>
                  <a:srgbClr val="6D6D6D"/>
                </a:solidFill>
                <a:latin typeface="Arial"/>
                <a:ea typeface="Arial"/>
                <a:cs typeface="Arial"/>
                <a:sym typeface="Arial"/>
              </a:rPr>
              <a:t>BestMarket</a:t>
            </a:r>
            <a:endParaRPr sz="1500">
              <a:solidFill>
                <a:schemeClr val="dk1"/>
              </a:solidFill>
              <a:latin typeface="Arial"/>
              <a:ea typeface="Arial"/>
              <a:cs typeface="Arial"/>
              <a:sym typeface="Arial"/>
            </a:endParaRPr>
          </a:p>
        </p:txBody>
      </p:sp>
      <p:pic>
        <p:nvPicPr>
          <p:cNvPr id="305" name="Google Shape;305;p1"/>
          <p:cNvPicPr preferRelativeResize="0"/>
          <p:nvPr/>
        </p:nvPicPr>
        <p:blipFill rotWithShape="1">
          <a:blip r:embed="rId3">
            <a:alphaModFix/>
          </a:blip>
          <a:srcRect b="0" l="0" r="0" t="0"/>
          <a:stretch/>
        </p:blipFill>
        <p:spPr>
          <a:xfrm>
            <a:off x="171450" y="118550"/>
            <a:ext cx="4400549" cy="1095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309" name="Shape 309"/>
        <p:cNvGrpSpPr/>
        <p:nvPr/>
      </p:nvGrpSpPr>
      <p:grpSpPr>
        <a:xfrm>
          <a:off x="0" y="0"/>
          <a:ext cx="0" cy="0"/>
          <a:chOff x="0" y="0"/>
          <a:chExt cx="0" cy="0"/>
        </a:xfrm>
      </p:grpSpPr>
      <p:sp>
        <p:nvSpPr>
          <p:cNvPr id="310" name="Google Shape;310;p2"/>
          <p:cNvSpPr/>
          <p:nvPr/>
        </p:nvSpPr>
        <p:spPr>
          <a:xfrm>
            <a:off x="5503025" y="2510443"/>
            <a:ext cx="4937760" cy="279307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2"/>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2"/>
          <p:cNvSpPr txBox="1"/>
          <p:nvPr>
            <p:ph type="title"/>
          </p:nvPr>
        </p:nvSpPr>
        <p:spPr>
          <a:xfrm>
            <a:off x="485761" y="1050204"/>
            <a:ext cx="9721800" cy="369300"/>
          </a:xfrm>
          <a:prstGeom prst="rect">
            <a:avLst/>
          </a:prstGeom>
          <a:noFill/>
          <a:ln>
            <a:noFill/>
          </a:ln>
        </p:spPr>
        <p:txBody>
          <a:bodyPr anchorCtr="0" anchor="t" bIns="0" lIns="0" spcFirstLastPara="1" rIns="0" wrap="square" tIns="0">
            <a:spAutoFit/>
          </a:bodyPr>
          <a:lstStyle/>
          <a:p>
            <a:pPr indent="0" lvl="0" marL="0" rtl="0" algn="l">
              <a:lnSpc>
                <a:spcPct val="118958"/>
              </a:lnSpc>
              <a:spcBef>
                <a:spcPts val="0"/>
              </a:spcBef>
              <a:spcAft>
                <a:spcPts val="0"/>
              </a:spcAft>
              <a:buNone/>
            </a:pPr>
            <a:r>
              <a:rPr lang="fr-FR" sz="2400">
                <a:solidFill>
                  <a:srgbClr val="1F2828"/>
                </a:solidFill>
              </a:rPr>
              <a:t>Introduction au projet Retaillnsight360</a:t>
            </a:r>
            <a:endParaRPr sz="2400"/>
          </a:p>
        </p:txBody>
      </p:sp>
      <p:sp>
        <p:nvSpPr>
          <p:cNvPr id="314" name="Google Shape;314;p2"/>
          <p:cNvSpPr txBox="1"/>
          <p:nvPr/>
        </p:nvSpPr>
        <p:spPr>
          <a:xfrm>
            <a:off x="452530" y="1645630"/>
            <a:ext cx="7832700" cy="623400"/>
          </a:xfrm>
          <a:prstGeom prst="rect">
            <a:avLst/>
          </a:prstGeom>
          <a:noFill/>
          <a:ln>
            <a:noFill/>
          </a:ln>
        </p:spPr>
        <p:txBody>
          <a:bodyPr anchorCtr="0" anchor="t" bIns="0" lIns="0" spcFirstLastPara="1" rIns="0" wrap="square" tIns="0">
            <a:spAutoFit/>
          </a:bodyPr>
          <a:lstStyle/>
          <a:p>
            <a:pPr indent="0" lvl="0" marL="12700" marR="0" rtl="0" algn="l">
              <a:lnSpc>
                <a:spcPct val="118918"/>
              </a:lnSpc>
              <a:spcBef>
                <a:spcPts val="0"/>
              </a:spcBef>
              <a:spcAft>
                <a:spcPts val="0"/>
              </a:spcAft>
              <a:buNone/>
            </a:pPr>
            <a:r>
              <a:rPr b="1" lang="fr-FR" sz="1850">
                <a:solidFill>
                  <a:srgbClr val="6E6E6E"/>
                </a:solidFill>
                <a:latin typeface="Montserrat"/>
                <a:ea typeface="Montserrat"/>
                <a:cs typeface="Montserrat"/>
                <a:sym typeface="Montserrat"/>
              </a:rPr>
              <a:t>Amélioration  de l'expérience client via l'exploitation des retours clients</a:t>
            </a:r>
            <a:endParaRPr b="1" sz="1850">
              <a:solidFill>
                <a:schemeClr val="dk1"/>
              </a:solidFill>
              <a:latin typeface="Montserrat"/>
              <a:ea typeface="Montserrat"/>
              <a:cs typeface="Montserrat"/>
              <a:sym typeface="Montserrat"/>
            </a:endParaRPr>
          </a:p>
        </p:txBody>
      </p:sp>
      <p:sp>
        <p:nvSpPr>
          <p:cNvPr id="315" name="Google Shape;315;p2"/>
          <p:cNvSpPr txBox="1"/>
          <p:nvPr/>
        </p:nvSpPr>
        <p:spPr>
          <a:xfrm>
            <a:off x="643607" y="2557877"/>
            <a:ext cx="9796800" cy="3310800"/>
          </a:xfrm>
          <a:prstGeom prst="rect">
            <a:avLst/>
          </a:prstGeom>
          <a:noFill/>
          <a:ln>
            <a:noFill/>
          </a:ln>
        </p:spPr>
        <p:txBody>
          <a:bodyPr anchorCtr="0" anchor="t" bIns="0" lIns="0" spcFirstLastPara="1" rIns="0" wrap="square" tIns="0">
            <a:spAutoFit/>
          </a:bodyPr>
          <a:lstStyle/>
          <a:p>
            <a:pPr indent="-285750" lvl="0" marL="298450" marR="5448935" rtl="0" algn="l">
              <a:lnSpc>
                <a:spcPct val="101800"/>
              </a:lnSpc>
              <a:spcBef>
                <a:spcPts val="0"/>
              </a:spcBef>
              <a:spcAft>
                <a:spcPts val="0"/>
              </a:spcAft>
              <a:buClr>
                <a:srgbClr val="010101"/>
              </a:buClr>
              <a:buSzPts val="1500"/>
              <a:buFont typeface="Arial"/>
              <a:buChar char="•"/>
            </a:pPr>
            <a:r>
              <a:rPr b="1" lang="fr-FR" sz="1500">
                <a:solidFill>
                  <a:schemeClr val="dk1"/>
                </a:solidFill>
                <a:latin typeface="Arial"/>
                <a:ea typeface="Arial"/>
                <a:cs typeface="Arial"/>
                <a:sym typeface="Arial"/>
              </a:rPr>
              <a:t>Objectif du projet: </a:t>
            </a:r>
            <a:r>
              <a:rPr lang="fr-FR" sz="1500">
                <a:solidFill>
                  <a:schemeClr val="dk2"/>
                </a:solidFill>
                <a:latin typeface="Arial"/>
                <a:ea typeface="Arial"/>
                <a:cs typeface="Arial"/>
                <a:sym typeface="Arial"/>
              </a:rPr>
              <a:t>Analyser et exploiter les retours clients pour optimiser la satisfaction et renforcer la fidélité.</a:t>
            </a:r>
            <a:endParaRPr>
              <a:solidFill>
                <a:schemeClr val="dk2"/>
              </a:solidFill>
            </a:endParaRPr>
          </a:p>
          <a:p>
            <a:pPr indent="-219075" lvl="0" marL="342900" marR="0" rtl="0" algn="l">
              <a:lnSpc>
                <a:spcPct val="100000"/>
              </a:lnSpc>
              <a:spcBef>
                <a:spcPts val="14"/>
              </a:spcBef>
              <a:spcAft>
                <a:spcPts val="0"/>
              </a:spcAft>
              <a:buClr>
                <a:srgbClr val="010101"/>
              </a:buClr>
              <a:buSzPts val="1950"/>
              <a:buFont typeface="Arial"/>
              <a:buNone/>
            </a:pPr>
            <a:r>
              <a:t/>
            </a:r>
            <a:endParaRPr sz="1950">
              <a:solidFill>
                <a:schemeClr val="dk1"/>
              </a:solidFill>
              <a:latin typeface="Times New Roman"/>
              <a:ea typeface="Times New Roman"/>
              <a:cs typeface="Times New Roman"/>
              <a:sym typeface="Times New Roman"/>
            </a:endParaRPr>
          </a:p>
          <a:p>
            <a:pPr indent="-285750" lvl="0" marL="297815" marR="5880100" rtl="0" algn="l">
              <a:lnSpc>
                <a:spcPct val="103600"/>
              </a:lnSpc>
              <a:spcBef>
                <a:spcPts val="0"/>
              </a:spcBef>
              <a:spcAft>
                <a:spcPts val="0"/>
              </a:spcAft>
              <a:buClr>
                <a:schemeClr val="dk1"/>
              </a:buClr>
              <a:buSzPts val="1500"/>
              <a:buFont typeface="Arial"/>
              <a:buChar char="•"/>
            </a:pPr>
            <a:r>
              <a:rPr b="1" lang="fr-FR" sz="1500">
                <a:solidFill>
                  <a:schemeClr val="dk1"/>
                </a:solidFill>
                <a:latin typeface="Arial"/>
                <a:ea typeface="Arial"/>
                <a:cs typeface="Arial"/>
                <a:sym typeface="Arial"/>
              </a:rPr>
              <a:t>Contexte: </a:t>
            </a:r>
            <a:r>
              <a:rPr lang="fr-FR" sz="1500">
                <a:solidFill>
                  <a:schemeClr val="dk2"/>
                </a:solidFill>
                <a:latin typeface="Arial"/>
                <a:ea typeface="Arial"/>
                <a:cs typeface="Arial"/>
                <a:sym typeface="Arial"/>
              </a:rPr>
              <a:t>Dans un marché en constante évolution, comprendre les attentes clients permet d'améliorer leur expérience.</a:t>
            </a:r>
            <a:endParaRPr>
              <a:solidFill>
                <a:schemeClr val="dk2"/>
              </a:solidFill>
            </a:endParaRPr>
          </a:p>
          <a:p>
            <a:pPr indent="-98425" lvl="0" marL="171450" marR="0" rtl="0" algn="l">
              <a:lnSpc>
                <a:spcPct val="100000"/>
              </a:lnSpc>
              <a:spcBef>
                <a:spcPts val="50"/>
              </a:spcBef>
              <a:spcAft>
                <a:spcPts val="0"/>
              </a:spcAft>
              <a:buClr>
                <a:schemeClr val="dk1"/>
              </a:buClr>
              <a:buSzPts val="1150"/>
              <a:buFont typeface="Arial"/>
              <a:buNone/>
            </a:pPr>
            <a:r>
              <a:t/>
            </a:r>
            <a:endParaRPr sz="1150">
              <a:solidFill>
                <a:schemeClr val="dk1"/>
              </a:solidFill>
              <a:latin typeface="Times New Roman"/>
              <a:ea typeface="Times New Roman"/>
              <a:cs typeface="Times New Roman"/>
              <a:sym typeface="Times New Roman"/>
            </a:endParaRPr>
          </a:p>
          <a:p>
            <a:pPr indent="-285750" lvl="0" marL="298450" marR="5553075" rtl="0" algn="l">
              <a:lnSpc>
                <a:spcPct val="101800"/>
              </a:lnSpc>
              <a:spcBef>
                <a:spcPts val="0"/>
              </a:spcBef>
              <a:spcAft>
                <a:spcPts val="0"/>
              </a:spcAft>
              <a:buClr>
                <a:srgbClr val="010101"/>
              </a:buClr>
              <a:buSzPts val="1500"/>
              <a:buFont typeface="Arial"/>
              <a:buChar char="•"/>
            </a:pPr>
            <a:r>
              <a:rPr b="1" lang="fr-FR" sz="1500">
                <a:solidFill>
                  <a:schemeClr val="dk1"/>
                </a:solidFill>
                <a:latin typeface="Arial"/>
                <a:ea typeface="Arial"/>
                <a:cs typeface="Arial"/>
                <a:sym typeface="Arial"/>
              </a:rPr>
              <a:t>Bénéfices attendus: </a:t>
            </a:r>
            <a:r>
              <a:rPr lang="fr-FR" sz="1500">
                <a:solidFill>
                  <a:schemeClr val="dk2"/>
                </a:solidFill>
                <a:latin typeface="Arial"/>
                <a:ea typeface="Arial"/>
                <a:cs typeface="Arial"/>
                <a:sym typeface="Arial"/>
              </a:rPr>
              <a:t>Augmentation du Net Promoter Score (NPS), réduction d</a:t>
            </a:r>
            <a:r>
              <a:rPr lang="fr-FR" sz="1500">
                <a:solidFill>
                  <a:schemeClr val="dk2"/>
                </a:solidFill>
              </a:rPr>
              <a:t>u taux de</a:t>
            </a:r>
            <a:r>
              <a:rPr lang="fr-FR" sz="1500">
                <a:solidFill>
                  <a:schemeClr val="dk2"/>
                </a:solidFill>
                <a:latin typeface="Arial"/>
                <a:ea typeface="Arial"/>
                <a:cs typeface="Arial"/>
                <a:sym typeface="Arial"/>
              </a:rPr>
              <a:t> retours et amélioration de la réputation + satisfaction client.</a:t>
            </a:r>
            <a:endParaRPr>
              <a:solidFill>
                <a:schemeClr val="dk2"/>
              </a:solidFill>
            </a:endParaRPr>
          </a:p>
          <a:p>
            <a:pPr indent="-219075" lvl="0" marL="342900" marR="0" rtl="0" algn="l">
              <a:lnSpc>
                <a:spcPct val="100000"/>
              </a:lnSpc>
              <a:spcBef>
                <a:spcPts val="5"/>
              </a:spcBef>
              <a:spcAft>
                <a:spcPts val="0"/>
              </a:spcAft>
              <a:buClr>
                <a:schemeClr val="dk1"/>
              </a:buClr>
              <a:buSzPts val="1950"/>
              <a:buFont typeface="Arial"/>
              <a:buNone/>
            </a:pPr>
            <a:r>
              <a:t/>
            </a:r>
            <a:endParaRPr sz="1950">
              <a:solidFill>
                <a:schemeClr val="dk2"/>
              </a:solidFill>
              <a:latin typeface="Times New Roman"/>
              <a:ea typeface="Times New Roman"/>
              <a:cs typeface="Times New Roman"/>
              <a:sym typeface="Times New Roman"/>
            </a:endParaRPr>
          </a:p>
          <a:p>
            <a:pPr indent="-171450" lvl="0" marL="171450" marR="5080" rtl="0" algn="r">
              <a:lnSpc>
                <a:spcPct val="100000"/>
              </a:lnSpc>
              <a:spcBef>
                <a:spcPts val="0"/>
              </a:spcBef>
              <a:spcAft>
                <a:spcPts val="0"/>
              </a:spcAft>
              <a:buClr>
                <a:schemeClr val="dk1"/>
              </a:buClr>
              <a:buSzPts val="1050"/>
              <a:buFont typeface="Arial"/>
              <a:buChar char="•"/>
            </a:pPr>
            <a:r>
              <a:rPr lang="fr-FR" sz="1050">
                <a:solidFill>
                  <a:schemeClr val="dk1"/>
                </a:solidFill>
                <a:latin typeface="Arial"/>
                <a:ea typeface="Arial"/>
                <a:cs typeface="Arial"/>
                <a:sym typeface="Arial"/>
              </a:rPr>
              <a:t>Photo by Stem List on Unsplash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319" name="Shape 319"/>
        <p:cNvGrpSpPr/>
        <p:nvPr/>
      </p:nvGrpSpPr>
      <p:grpSpPr>
        <a:xfrm>
          <a:off x="0" y="0"/>
          <a:ext cx="0" cy="0"/>
          <a:chOff x="0" y="0"/>
          <a:chExt cx="0" cy="0"/>
        </a:xfrm>
      </p:grpSpPr>
      <p:sp>
        <p:nvSpPr>
          <p:cNvPr id="320" name="Google Shape;320;p3"/>
          <p:cNvSpPr/>
          <p:nvPr/>
        </p:nvSpPr>
        <p:spPr>
          <a:xfrm>
            <a:off x="5519651" y="2510443"/>
            <a:ext cx="4937760" cy="280970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3"/>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3"/>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3"/>
          <p:cNvSpPr txBox="1"/>
          <p:nvPr>
            <p:ph type="title"/>
          </p:nvPr>
        </p:nvSpPr>
        <p:spPr>
          <a:xfrm>
            <a:off x="485761" y="1050204"/>
            <a:ext cx="9721800" cy="408000"/>
          </a:xfrm>
          <a:prstGeom prst="rect">
            <a:avLst/>
          </a:prstGeom>
          <a:noFill/>
          <a:ln>
            <a:noFill/>
          </a:ln>
        </p:spPr>
        <p:txBody>
          <a:bodyPr anchorCtr="0" anchor="t" bIns="0" lIns="0" spcFirstLastPara="1" rIns="0" wrap="square" tIns="0">
            <a:spAutoFit/>
          </a:bodyPr>
          <a:lstStyle/>
          <a:p>
            <a:pPr indent="0" lvl="0" marL="0" rtl="0" algn="l">
              <a:lnSpc>
                <a:spcPct val="119056"/>
              </a:lnSpc>
              <a:spcBef>
                <a:spcPts val="0"/>
              </a:spcBef>
              <a:spcAft>
                <a:spcPts val="0"/>
              </a:spcAft>
              <a:buNone/>
            </a:pPr>
            <a:r>
              <a:rPr lang="fr-FR" sz="2400">
                <a:solidFill>
                  <a:srgbClr val="1F2828"/>
                </a:solidFill>
              </a:rPr>
              <a:t>Contexte </a:t>
            </a:r>
            <a:r>
              <a:rPr lang="fr-FR" sz="2650">
                <a:solidFill>
                  <a:srgbClr val="1F2828"/>
                </a:solidFill>
              </a:rPr>
              <a:t>du </a:t>
            </a:r>
            <a:r>
              <a:rPr lang="fr-FR" sz="2400">
                <a:solidFill>
                  <a:srgbClr val="1F2828"/>
                </a:solidFill>
              </a:rPr>
              <a:t>projet</a:t>
            </a:r>
            <a:endParaRPr sz="2400"/>
          </a:p>
        </p:txBody>
      </p:sp>
      <p:sp>
        <p:nvSpPr>
          <p:cNvPr id="324" name="Google Shape;324;p3"/>
          <p:cNvSpPr txBox="1"/>
          <p:nvPr/>
        </p:nvSpPr>
        <p:spPr>
          <a:xfrm>
            <a:off x="477449" y="1645625"/>
            <a:ext cx="5981100" cy="284700"/>
          </a:xfrm>
          <a:prstGeom prst="rect">
            <a:avLst/>
          </a:prstGeom>
          <a:noFill/>
          <a:ln>
            <a:noFill/>
          </a:ln>
        </p:spPr>
        <p:txBody>
          <a:bodyPr anchorCtr="0" anchor="t" bIns="0" lIns="0" spcFirstLastPara="1" rIns="0" wrap="square" tIns="0">
            <a:spAutoFit/>
          </a:bodyPr>
          <a:lstStyle/>
          <a:p>
            <a:pPr indent="0" lvl="0" marL="12700" marR="0" rtl="0" algn="l">
              <a:lnSpc>
                <a:spcPct val="118918"/>
              </a:lnSpc>
              <a:spcBef>
                <a:spcPts val="0"/>
              </a:spcBef>
              <a:spcAft>
                <a:spcPts val="0"/>
              </a:spcAft>
              <a:buNone/>
            </a:pPr>
            <a:r>
              <a:rPr b="1" lang="fr-FR" sz="1850">
                <a:solidFill>
                  <a:srgbClr val="6E6E6E"/>
                </a:solidFill>
                <a:latin typeface="Montserrat"/>
                <a:ea typeface="Montserrat"/>
                <a:cs typeface="Montserrat"/>
                <a:sym typeface="Montserrat"/>
              </a:rPr>
              <a:t>Pourquoi analyser  les retours clients ?</a:t>
            </a:r>
            <a:endParaRPr b="1" sz="1850">
              <a:solidFill>
                <a:schemeClr val="dk1"/>
              </a:solidFill>
              <a:latin typeface="Montserrat"/>
              <a:ea typeface="Montserrat"/>
              <a:cs typeface="Montserrat"/>
              <a:sym typeface="Montserrat"/>
            </a:endParaRPr>
          </a:p>
        </p:txBody>
      </p:sp>
      <p:sp>
        <p:nvSpPr>
          <p:cNvPr id="325" name="Google Shape;325;p3"/>
          <p:cNvSpPr txBox="1"/>
          <p:nvPr>
            <p:ph idx="1" type="body"/>
          </p:nvPr>
        </p:nvSpPr>
        <p:spPr>
          <a:xfrm>
            <a:off x="251107" y="2538513"/>
            <a:ext cx="10191300" cy="4471800"/>
          </a:xfrm>
          <a:prstGeom prst="rect">
            <a:avLst/>
          </a:prstGeom>
          <a:noFill/>
          <a:ln>
            <a:noFill/>
          </a:ln>
        </p:spPr>
        <p:txBody>
          <a:bodyPr anchorCtr="0" anchor="t" bIns="0" lIns="0" spcFirstLastPara="1" rIns="0" wrap="square" tIns="0">
            <a:spAutoFit/>
          </a:bodyPr>
          <a:lstStyle/>
          <a:p>
            <a:pPr indent="-184150" lvl="0" marL="678180" rtl="0" algn="l">
              <a:lnSpc>
                <a:spcPct val="100000"/>
              </a:lnSpc>
              <a:spcBef>
                <a:spcPts val="0"/>
              </a:spcBef>
              <a:spcAft>
                <a:spcPts val="0"/>
              </a:spcAft>
              <a:buClr>
                <a:srgbClr val="6E6E6E"/>
              </a:buClr>
              <a:buSzPts val="1600"/>
              <a:buFont typeface="Arial"/>
              <a:buNone/>
            </a:pPr>
            <a:r>
              <a:t/>
            </a:r>
            <a:endParaRPr sz="1600">
              <a:latin typeface="Calibri"/>
              <a:ea typeface="Calibri"/>
              <a:cs typeface="Calibri"/>
              <a:sym typeface="Calibri"/>
            </a:endParaRPr>
          </a:p>
          <a:p>
            <a:pPr indent="-285750" lvl="0" marL="690245" marR="6040755" rtl="0" algn="l">
              <a:lnSpc>
                <a:spcPct val="102299"/>
              </a:lnSpc>
              <a:spcBef>
                <a:spcPts val="1500"/>
              </a:spcBef>
              <a:spcAft>
                <a:spcPts val="0"/>
              </a:spcAft>
              <a:buClr>
                <a:schemeClr val="dk1"/>
              </a:buClr>
              <a:buSzPts val="1600"/>
              <a:buFont typeface="Arial"/>
              <a:buChar char="•"/>
            </a:pPr>
            <a:r>
              <a:rPr b="1" lang="fr-FR" sz="1600">
                <a:solidFill>
                  <a:schemeClr val="dk1"/>
                </a:solidFill>
                <a:latin typeface="Calibri"/>
                <a:ea typeface="Calibri"/>
                <a:cs typeface="Calibri"/>
                <a:sym typeface="Calibri"/>
              </a:rPr>
              <a:t>Importance des retours clients: </a:t>
            </a:r>
            <a:r>
              <a:rPr lang="fr-FR" sz="1600">
                <a:solidFill>
                  <a:schemeClr val="dk2"/>
                </a:solidFill>
                <a:latin typeface="Calibri"/>
                <a:ea typeface="Calibri"/>
                <a:cs typeface="Calibri"/>
                <a:sym typeface="Calibri"/>
              </a:rPr>
              <a:t>Les feedbacks permettent d'identifier  les sources d'insatisfaction et d'améliorer  l'expérience client.</a:t>
            </a:r>
            <a:endParaRPr sz="1600">
              <a:solidFill>
                <a:schemeClr val="dk2"/>
              </a:solidFill>
              <a:latin typeface="Calibri"/>
              <a:ea typeface="Calibri"/>
              <a:cs typeface="Calibri"/>
              <a:sym typeface="Calibri"/>
            </a:endParaRPr>
          </a:p>
          <a:p>
            <a:pPr indent="-285750" lvl="0" marL="690245" marR="6040755" rtl="0" algn="l">
              <a:lnSpc>
                <a:spcPct val="102299"/>
              </a:lnSpc>
              <a:spcBef>
                <a:spcPts val="1500"/>
              </a:spcBef>
              <a:spcAft>
                <a:spcPts val="0"/>
              </a:spcAft>
              <a:buClr>
                <a:schemeClr val="dk1"/>
              </a:buClr>
              <a:buSzPts val="1600"/>
              <a:buFont typeface="Arial"/>
              <a:buChar char="•"/>
            </a:pPr>
            <a:r>
              <a:rPr b="1" lang="fr-FR" sz="1600">
                <a:solidFill>
                  <a:schemeClr val="dk1"/>
                </a:solidFill>
                <a:latin typeface="Calibri"/>
                <a:ea typeface="Calibri"/>
                <a:cs typeface="Calibri"/>
                <a:sym typeface="Calibri"/>
              </a:rPr>
              <a:t>Objectifs du projet: </a:t>
            </a:r>
            <a:r>
              <a:rPr lang="fr-FR" sz="1600">
                <a:solidFill>
                  <a:schemeClr val="dk2"/>
                </a:solidFill>
                <a:latin typeface="Calibri"/>
                <a:ea typeface="Calibri"/>
                <a:cs typeface="Calibri"/>
                <a:sym typeface="Calibri"/>
              </a:rPr>
              <a:t>Réduction de l’insatisfaction, fidélisation des clients et établir une stratégie des actions correctives.</a:t>
            </a:r>
            <a:endParaRPr sz="1600">
              <a:solidFill>
                <a:schemeClr val="dk2"/>
              </a:solidFill>
              <a:latin typeface="Calibri"/>
              <a:ea typeface="Calibri"/>
              <a:cs typeface="Calibri"/>
              <a:sym typeface="Calibri"/>
            </a:endParaRPr>
          </a:p>
          <a:p>
            <a:pPr indent="-285750" lvl="0" marL="690245" marR="6040755" rtl="0" algn="l">
              <a:lnSpc>
                <a:spcPct val="102299"/>
              </a:lnSpc>
              <a:spcBef>
                <a:spcPts val="1500"/>
              </a:spcBef>
              <a:spcAft>
                <a:spcPts val="0"/>
              </a:spcAft>
              <a:buClr>
                <a:schemeClr val="dk1"/>
              </a:buClr>
              <a:buSzPts val="1600"/>
              <a:buFont typeface="Arial"/>
              <a:buChar char="•"/>
            </a:pPr>
            <a:r>
              <a:rPr b="1" lang="fr-FR" sz="1600">
                <a:solidFill>
                  <a:schemeClr val="dk1"/>
                </a:solidFill>
                <a:latin typeface="Calibri"/>
                <a:ea typeface="Calibri"/>
                <a:cs typeface="Calibri"/>
                <a:sym typeface="Calibri"/>
              </a:rPr>
              <a:t>Impact stratégique: </a:t>
            </a:r>
            <a:r>
              <a:rPr lang="fr-FR" sz="1600">
                <a:solidFill>
                  <a:schemeClr val="dk2"/>
                </a:solidFill>
                <a:latin typeface="Calibri"/>
                <a:ea typeface="Calibri"/>
                <a:cs typeface="Calibri"/>
                <a:sym typeface="Calibri"/>
              </a:rPr>
              <a:t>Une meilleure expérience client renforce la notoriété et améliore les performances globales de l'enseigne.</a:t>
            </a:r>
            <a:endParaRPr sz="1600">
              <a:solidFill>
                <a:schemeClr val="dk2"/>
              </a:solidFill>
              <a:latin typeface="Calibri"/>
              <a:ea typeface="Calibri"/>
              <a:cs typeface="Calibri"/>
              <a:sym typeface="Calibri"/>
            </a:endParaRPr>
          </a:p>
          <a:p>
            <a:pPr indent="-184150" lvl="0" marL="678180" rtl="0" algn="l">
              <a:lnSpc>
                <a:spcPct val="100000"/>
              </a:lnSpc>
              <a:spcBef>
                <a:spcPts val="13"/>
              </a:spcBef>
              <a:spcAft>
                <a:spcPts val="0"/>
              </a:spcAft>
              <a:buClr>
                <a:srgbClr val="6E6E6E"/>
              </a:buClr>
              <a:buSzPts val="1600"/>
              <a:buFont typeface="Arial"/>
              <a:buNone/>
            </a:pPr>
            <a:r>
              <a:t/>
            </a:r>
            <a:endParaRPr sz="1600">
              <a:latin typeface="Calibri"/>
              <a:ea typeface="Calibri"/>
              <a:cs typeface="Calibri"/>
              <a:sym typeface="Calibri"/>
            </a:endParaRPr>
          </a:p>
          <a:p>
            <a:pPr indent="-171450" lvl="0" marL="563880" marR="5080" rtl="0" algn="r">
              <a:lnSpc>
                <a:spcPct val="100000"/>
              </a:lnSpc>
              <a:spcBef>
                <a:spcPts val="1500"/>
              </a:spcBef>
              <a:spcAft>
                <a:spcPts val="1500"/>
              </a:spcAft>
              <a:buClr>
                <a:srgbClr val="808080"/>
              </a:buClr>
              <a:buSzPts val="1200"/>
              <a:buFont typeface="Arial"/>
              <a:buChar char="•"/>
            </a:pPr>
            <a:r>
              <a:rPr lang="fr-FR" sz="1200">
                <a:solidFill>
                  <a:srgbClr val="808080"/>
                </a:solidFill>
                <a:latin typeface="Calibri"/>
                <a:ea typeface="Calibri"/>
                <a:cs typeface="Calibri"/>
                <a:sym typeface="Calibri"/>
              </a:rPr>
              <a:t>Photo by S 0 C 1A L .C U </a:t>
            </a:r>
            <a:r>
              <a:rPr lang="fr-FR" sz="1200">
                <a:solidFill>
                  <a:srgbClr val="919191"/>
                </a:solidFill>
                <a:latin typeface="Calibri"/>
                <a:ea typeface="Calibri"/>
                <a:cs typeface="Calibri"/>
                <a:sym typeface="Calibri"/>
              </a:rPr>
              <a:t>T o</a:t>
            </a:r>
            <a:r>
              <a:rPr lang="fr-FR" sz="1200">
                <a:latin typeface="Calibri"/>
                <a:ea typeface="Calibri"/>
                <a:cs typeface="Calibri"/>
                <a:sym typeface="Calibri"/>
              </a:rPr>
              <a:t>n </a:t>
            </a:r>
            <a:r>
              <a:rPr lang="fr-FR" sz="1200">
                <a:solidFill>
                  <a:srgbClr val="808080"/>
                </a:solidFill>
                <a:latin typeface="Calibri"/>
                <a:ea typeface="Calibri"/>
                <a:cs typeface="Calibri"/>
                <a:sym typeface="Calibri"/>
              </a:rPr>
              <a:t>Unsplash</a:t>
            </a:r>
            <a:endParaRPr sz="12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329" name="Shape 329"/>
        <p:cNvGrpSpPr/>
        <p:nvPr/>
      </p:nvGrpSpPr>
      <p:grpSpPr>
        <a:xfrm>
          <a:off x="0" y="0"/>
          <a:ext cx="0" cy="0"/>
          <a:chOff x="0" y="0"/>
          <a:chExt cx="0" cy="0"/>
        </a:xfrm>
      </p:grpSpPr>
      <p:sp>
        <p:nvSpPr>
          <p:cNvPr id="330" name="Google Shape;330;p4"/>
          <p:cNvSpPr/>
          <p:nvPr/>
        </p:nvSpPr>
        <p:spPr>
          <a:xfrm>
            <a:off x="5503025" y="2510443"/>
            <a:ext cx="4954385" cy="280970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4"/>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4"/>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4"/>
          <p:cNvSpPr txBox="1"/>
          <p:nvPr>
            <p:ph type="title"/>
          </p:nvPr>
        </p:nvSpPr>
        <p:spPr>
          <a:xfrm>
            <a:off x="485761" y="1050204"/>
            <a:ext cx="9721800" cy="400200"/>
          </a:xfrm>
          <a:prstGeom prst="rect">
            <a:avLst/>
          </a:prstGeom>
          <a:noFill/>
          <a:ln>
            <a:noFill/>
          </a:ln>
        </p:spPr>
        <p:txBody>
          <a:bodyPr anchorCtr="0" anchor="t" bIns="0" lIns="0" spcFirstLastPara="1" rIns="0" wrap="square" tIns="0">
            <a:spAutoFit/>
          </a:bodyPr>
          <a:lstStyle/>
          <a:p>
            <a:pPr indent="0" lvl="0" marL="12700" rtl="0" algn="l">
              <a:lnSpc>
                <a:spcPct val="119038"/>
              </a:lnSpc>
              <a:spcBef>
                <a:spcPts val="0"/>
              </a:spcBef>
              <a:spcAft>
                <a:spcPts val="0"/>
              </a:spcAft>
              <a:buNone/>
            </a:pPr>
            <a:r>
              <a:rPr lang="fr-FR" sz="2600">
                <a:solidFill>
                  <a:srgbClr val="1F2828"/>
                </a:solidFill>
              </a:rPr>
              <a:t>Méthodologie d'extraction des données</a:t>
            </a:r>
            <a:endParaRPr sz="2600"/>
          </a:p>
        </p:txBody>
      </p:sp>
      <p:sp>
        <p:nvSpPr>
          <p:cNvPr id="334" name="Google Shape;334;p4"/>
          <p:cNvSpPr txBox="1"/>
          <p:nvPr/>
        </p:nvSpPr>
        <p:spPr>
          <a:xfrm>
            <a:off x="477449" y="1645625"/>
            <a:ext cx="3999600" cy="284700"/>
          </a:xfrm>
          <a:prstGeom prst="rect">
            <a:avLst/>
          </a:prstGeom>
          <a:noFill/>
          <a:ln>
            <a:noFill/>
          </a:ln>
        </p:spPr>
        <p:txBody>
          <a:bodyPr anchorCtr="0" anchor="t" bIns="0" lIns="0" spcFirstLastPara="1" rIns="0" wrap="square" tIns="0">
            <a:spAutoFit/>
          </a:bodyPr>
          <a:lstStyle/>
          <a:p>
            <a:pPr indent="0" lvl="0" marL="12700" marR="0" rtl="0" algn="l">
              <a:lnSpc>
                <a:spcPct val="118918"/>
              </a:lnSpc>
              <a:spcBef>
                <a:spcPts val="0"/>
              </a:spcBef>
              <a:spcAft>
                <a:spcPts val="0"/>
              </a:spcAft>
              <a:buNone/>
            </a:pPr>
            <a:r>
              <a:rPr b="1" lang="fr-FR" sz="1850">
                <a:solidFill>
                  <a:srgbClr val="646464"/>
                </a:solidFill>
                <a:latin typeface="Montserrat"/>
                <a:ea typeface="Montserrat"/>
                <a:cs typeface="Montserrat"/>
                <a:sym typeface="Montserrat"/>
              </a:rPr>
              <a:t>Étapes clés et outils utilisés</a:t>
            </a:r>
            <a:endParaRPr b="1" sz="1850">
              <a:solidFill>
                <a:schemeClr val="dk1"/>
              </a:solidFill>
              <a:latin typeface="Montserrat"/>
              <a:ea typeface="Montserrat"/>
              <a:cs typeface="Montserrat"/>
              <a:sym typeface="Montserrat"/>
            </a:endParaRPr>
          </a:p>
        </p:txBody>
      </p:sp>
      <p:sp>
        <p:nvSpPr>
          <p:cNvPr id="335" name="Google Shape;335;p4"/>
          <p:cNvSpPr txBox="1"/>
          <p:nvPr/>
        </p:nvSpPr>
        <p:spPr>
          <a:xfrm>
            <a:off x="635300" y="2552732"/>
            <a:ext cx="4548600" cy="2144400"/>
          </a:xfrm>
          <a:prstGeom prst="rect">
            <a:avLst/>
          </a:prstGeom>
          <a:noFill/>
          <a:ln>
            <a:noFill/>
          </a:ln>
        </p:spPr>
        <p:txBody>
          <a:bodyPr anchorCtr="0" anchor="t" bIns="0" lIns="0" spcFirstLastPara="1" rIns="0" wrap="square" tIns="0">
            <a:spAutoFit/>
          </a:bodyPr>
          <a:lstStyle/>
          <a:p>
            <a:pPr indent="-107950" lvl="0" marL="128904" marR="124460" rtl="0" algn="l">
              <a:lnSpc>
                <a:spcPct val="118064"/>
              </a:lnSpc>
              <a:spcBef>
                <a:spcPts val="0"/>
              </a:spcBef>
              <a:spcAft>
                <a:spcPts val="0"/>
              </a:spcAft>
              <a:buClr>
                <a:srgbClr val="050505"/>
              </a:buClr>
              <a:buSzPts val="1550"/>
              <a:buFont typeface="Arial"/>
              <a:buChar char="•"/>
            </a:pPr>
            <a:r>
              <a:rPr b="1" lang="fr-FR" sz="1550">
                <a:solidFill>
                  <a:schemeClr val="dk1"/>
                </a:solidFill>
                <a:latin typeface="Arial"/>
                <a:ea typeface="Arial"/>
                <a:cs typeface="Arial"/>
                <a:sym typeface="Arial"/>
              </a:rPr>
              <a:t>Collecte des données:  </a:t>
            </a:r>
            <a:r>
              <a:rPr b="1" lang="fr-FR" sz="1550">
                <a:solidFill>
                  <a:schemeClr val="dk2"/>
                </a:solidFill>
                <a:latin typeface="Arial"/>
                <a:ea typeface="Arial"/>
                <a:cs typeface="Arial"/>
                <a:sym typeface="Arial"/>
              </a:rPr>
              <a:t>I</a:t>
            </a:r>
            <a:r>
              <a:rPr lang="fr-FR" sz="1550">
                <a:solidFill>
                  <a:schemeClr val="dk2"/>
                </a:solidFill>
                <a:latin typeface="Arial"/>
                <a:ea typeface="Arial"/>
                <a:cs typeface="Arial"/>
                <a:sym typeface="Arial"/>
              </a:rPr>
              <a:t>mportation des fichiers sources au format CSV.</a:t>
            </a:r>
            <a:endParaRPr>
              <a:solidFill>
                <a:schemeClr val="dk2"/>
              </a:solidFill>
            </a:endParaRPr>
          </a:p>
          <a:p>
            <a:pPr indent="0" lvl="0" marL="0" marR="0" rtl="0" algn="l">
              <a:lnSpc>
                <a:spcPct val="100000"/>
              </a:lnSpc>
              <a:spcBef>
                <a:spcPts val="47"/>
              </a:spcBef>
              <a:spcAft>
                <a:spcPts val="0"/>
              </a:spcAft>
              <a:buNone/>
            </a:pPr>
            <a:r>
              <a:t/>
            </a:r>
            <a:endParaRPr sz="2050">
              <a:solidFill>
                <a:schemeClr val="dk1"/>
              </a:solidFill>
              <a:latin typeface="Times New Roman"/>
              <a:ea typeface="Times New Roman"/>
              <a:cs typeface="Times New Roman"/>
              <a:sym typeface="Times New Roman"/>
            </a:endParaRPr>
          </a:p>
          <a:p>
            <a:pPr indent="-107950" lvl="0" marL="128904" marR="5080" rtl="0" algn="l">
              <a:lnSpc>
                <a:spcPct val="114193"/>
              </a:lnSpc>
              <a:spcBef>
                <a:spcPts val="0"/>
              </a:spcBef>
              <a:spcAft>
                <a:spcPts val="0"/>
              </a:spcAft>
              <a:buClr>
                <a:srgbClr val="050505"/>
              </a:buClr>
              <a:buSzPts val="1550"/>
              <a:buFont typeface="Arial"/>
              <a:buChar char="•"/>
            </a:pPr>
            <a:r>
              <a:rPr b="1" lang="fr-FR" sz="1550">
                <a:solidFill>
                  <a:schemeClr val="dk1"/>
                </a:solidFill>
                <a:latin typeface="Arial"/>
                <a:ea typeface="Arial"/>
                <a:cs typeface="Arial"/>
                <a:sym typeface="Arial"/>
              </a:rPr>
              <a:t>Nettoyage et transformation: </a:t>
            </a:r>
            <a:r>
              <a:rPr lang="fr-FR" sz="1550">
                <a:solidFill>
                  <a:schemeClr val="dk2"/>
                </a:solidFill>
                <a:latin typeface="Arial"/>
                <a:ea typeface="Arial"/>
                <a:cs typeface="Arial"/>
                <a:sym typeface="Arial"/>
              </a:rPr>
              <a:t>Suppression des doublons et traitement des valeurs manquantes.</a:t>
            </a:r>
            <a:endParaRPr>
              <a:solidFill>
                <a:schemeClr val="dk2"/>
              </a:solidFill>
            </a:endParaRPr>
          </a:p>
          <a:p>
            <a:pPr indent="0" lvl="0" marL="0" marR="0" rtl="0" algn="l">
              <a:lnSpc>
                <a:spcPct val="100000"/>
              </a:lnSpc>
              <a:spcBef>
                <a:spcPts val="15"/>
              </a:spcBef>
              <a:spcAft>
                <a:spcPts val="0"/>
              </a:spcAft>
              <a:buNone/>
            </a:pPr>
            <a:r>
              <a:t/>
            </a:r>
            <a:endParaRPr sz="1250">
              <a:solidFill>
                <a:schemeClr val="dk1"/>
              </a:solidFill>
              <a:latin typeface="Times New Roman"/>
              <a:ea typeface="Times New Roman"/>
              <a:cs typeface="Times New Roman"/>
              <a:sym typeface="Times New Roman"/>
            </a:endParaRPr>
          </a:p>
          <a:p>
            <a:pPr indent="-116204" lvl="0" marL="128904" marR="300355" rtl="0" algn="l">
              <a:lnSpc>
                <a:spcPct val="118064"/>
              </a:lnSpc>
              <a:spcBef>
                <a:spcPts val="0"/>
              </a:spcBef>
              <a:spcAft>
                <a:spcPts val="0"/>
              </a:spcAft>
              <a:buClr>
                <a:srgbClr val="050505"/>
              </a:buClr>
              <a:buSzPts val="1550"/>
              <a:buFont typeface="Arial"/>
              <a:buChar char="•"/>
            </a:pPr>
            <a:r>
              <a:rPr b="1" lang="fr-FR" sz="1550">
                <a:solidFill>
                  <a:schemeClr val="dk1"/>
                </a:solidFill>
                <a:latin typeface="Arial"/>
                <a:ea typeface="Arial"/>
                <a:cs typeface="Arial"/>
                <a:sym typeface="Arial"/>
              </a:rPr>
              <a:t>Intégration dans MariaDB: </a:t>
            </a:r>
            <a:r>
              <a:rPr lang="fr-FR" sz="1550">
                <a:solidFill>
                  <a:schemeClr val="dk2"/>
                </a:solidFill>
                <a:latin typeface="Arial"/>
                <a:ea typeface="Arial"/>
                <a:cs typeface="Arial"/>
                <a:sym typeface="Arial"/>
              </a:rPr>
              <a:t>Chargement des données structurées pour exploitation.</a:t>
            </a:r>
            <a:endParaRPr>
              <a:solidFill>
                <a:schemeClr val="dk2"/>
              </a:solidFill>
            </a:endParaRPr>
          </a:p>
        </p:txBody>
      </p:sp>
      <p:sp>
        <p:nvSpPr>
          <p:cNvPr id="336" name="Google Shape;336;p4"/>
          <p:cNvSpPr txBox="1"/>
          <p:nvPr/>
        </p:nvSpPr>
        <p:spPr>
          <a:xfrm>
            <a:off x="8186995" y="5395592"/>
            <a:ext cx="2252980" cy="15875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fr-FR" sz="1050">
                <a:solidFill>
                  <a:srgbClr val="878787"/>
                </a:solidFill>
                <a:latin typeface="Arial"/>
                <a:ea typeface="Arial"/>
                <a:cs typeface="Arial"/>
                <a:sym typeface="Arial"/>
              </a:rPr>
              <a:t>Photo by Hunter Ha</a:t>
            </a:r>
            <a:r>
              <a:rPr lang="fr-FR" sz="1050">
                <a:solidFill>
                  <a:srgbClr val="646464"/>
                </a:solidFill>
                <a:latin typeface="Arial"/>
                <a:ea typeface="Arial"/>
                <a:cs typeface="Arial"/>
                <a:sym typeface="Arial"/>
              </a:rPr>
              <a:t>l</a:t>
            </a:r>
            <a:r>
              <a:rPr lang="fr-FR" sz="1050">
                <a:solidFill>
                  <a:srgbClr val="878787"/>
                </a:solidFill>
                <a:latin typeface="Arial"/>
                <a:ea typeface="Arial"/>
                <a:cs typeface="Arial"/>
                <a:sym typeface="Arial"/>
              </a:rPr>
              <a:t>ey </a:t>
            </a:r>
            <a:r>
              <a:rPr lang="fr-FR" sz="1050">
                <a:solidFill>
                  <a:srgbClr val="747474"/>
                </a:solidFill>
                <a:latin typeface="Arial"/>
                <a:ea typeface="Arial"/>
                <a:cs typeface="Arial"/>
                <a:sym typeface="Arial"/>
              </a:rPr>
              <a:t>on Unsplash</a:t>
            </a:r>
            <a:endParaRPr sz="105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340" name="Shape 340"/>
        <p:cNvGrpSpPr/>
        <p:nvPr/>
      </p:nvGrpSpPr>
      <p:grpSpPr>
        <a:xfrm>
          <a:off x="0" y="0"/>
          <a:ext cx="0" cy="0"/>
          <a:chOff x="0" y="0"/>
          <a:chExt cx="0" cy="0"/>
        </a:xfrm>
      </p:grpSpPr>
      <p:sp>
        <p:nvSpPr>
          <p:cNvPr id="341" name="Google Shape;341;p5"/>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5"/>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5"/>
          <p:cNvSpPr txBox="1"/>
          <p:nvPr>
            <p:ph type="title"/>
          </p:nvPr>
        </p:nvSpPr>
        <p:spPr>
          <a:xfrm>
            <a:off x="485761" y="1050204"/>
            <a:ext cx="9721800" cy="400200"/>
          </a:xfrm>
          <a:prstGeom prst="rect">
            <a:avLst/>
          </a:prstGeom>
          <a:noFill/>
          <a:ln>
            <a:noFill/>
          </a:ln>
        </p:spPr>
        <p:txBody>
          <a:bodyPr anchorCtr="0" anchor="t" bIns="0" lIns="0" spcFirstLastPara="1" rIns="0" wrap="square" tIns="0">
            <a:spAutoFit/>
          </a:bodyPr>
          <a:lstStyle/>
          <a:p>
            <a:pPr indent="0" lvl="0" marL="12700" rtl="0" algn="l">
              <a:lnSpc>
                <a:spcPct val="119038"/>
              </a:lnSpc>
              <a:spcBef>
                <a:spcPts val="0"/>
              </a:spcBef>
              <a:spcAft>
                <a:spcPts val="0"/>
              </a:spcAft>
              <a:buNone/>
            </a:pPr>
            <a:r>
              <a:rPr lang="fr-FR" sz="2600">
                <a:solidFill>
                  <a:srgbClr val="21282A"/>
                </a:solidFill>
              </a:rPr>
              <a:t>Modifications de la base de données</a:t>
            </a:r>
            <a:endParaRPr sz="2600"/>
          </a:p>
        </p:txBody>
      </p:sp>
      <p:sp>
        <p:nvSpPr>
          <p:cNvPr id="344" name="Google Shape;344;p5"/>
          <p:cNvSpPr txBox="1"/>
          <p:nvPr/>
        </p:nvSpPr>
        <p:spPr>
          <a:xfrm>
            <a:off x="477449" y="1635350"/>
            <a:ext cx="5512200" cy="300300"/>
          </a:xfrm>
          <a:prstGeom prst="rect">
            <a:avLst/>
          </a:prstGeom>
          <a:noFill/>
          <a:ln>
            <a:noFill/>
          </a:ln>
        </p:spPr>
        <p:txBody>
          <a:bodyPr anchorCtr="0" anchor="t" bIns="0" lIns="0" spcFirstLastPara="1" rIns="0" wrap="square" tIns="0">
            <a:spAutoFit/>
          </a:bodyPr>
          <a:lstStyle/>
          <a:p>
            <a:pPr indent="0" lvl="0" marL="12700" marR="0" rtl="0" algn="l">
              <a:lnSpc>
                <a:spcPct val="118974"/>
              </a:lnSpc>
              <a:spcBef>
                <a:spcPts val="0"/>
              </a:spcBef>
              <a:spcAft>
                <a:spcPts val="0"/>
              </a:spcAft>
              <a:buNone/>
            </a:pPr>
            <a:r>
              <a:rPr b="1" lang="fr-FR" sz="1850">
                <a:solidFill>
                  <a:srgbClr val="6B6B6B"/>
                </a:solidFill>
                <a:latin typeface="Montserrat"/>
                <a:ea typeface="Montserrat"/>
                <a:cs typeface="Montserrat"/>
                <a:sym typeface="Montserrat"/>
              </a:rPr>
              <a:t>Mise </a:t>
            </a:r>
            <a:r>
              <a:rPr b="1" lang="fr-FR" sz="1950">
                <a:solidFill>
                  <a:srgbClr val="6B6B6B"/>
                </a:solidFill>
                <a:latin typeface="Montserrat"/>
                <a:ea typeface="Montserrat"/>
                <a:cs typeface="Montserrat"/>
                <a:sym typeface="Montserrat"/>
              </a:rPr>
              <a:t>à </a:t>
            </a:r>
            <a:r>
              <a:rPr b="1" lang="fr-FR" sz="1850">
                <a:solidFill>
                  <a:srgbClr val="6B6B6B"/>
                </a:solidFill>
                <a:latin typeface="Montserrat"/>
                <a:ea typeface="Montserrat"/>
                <a:cs typeface="Montserrat"/>
                <a:sym typeface="Montserrat"/>
              </a:rPr>
              <a:t>jour et ajout de nouvelles tables</a:t>
            </a:r>
            <a:endParaRPr b="1" sz="1850">
              <a:solidFill>
                <a:schemeClr val="dk1"/>
              </a:solidFill>
              <a:latin typeface="Montserrat"/>
              <a:ea typeface="Montserrat"/>
              <a:cs typeface="Montserrat"/>
              <a:sym typeface="Montserrat"/>
            </a:endParaRPr>
          </a:p>
        </p:txBody>
      </p:sp>
      <p:sp>
        <p:nvSpPr>
          <p:cNvPr id="345" name="Google Shape;345;p5"/>
          <p:cNvSpPr txBox="1"/>
          <p:nvPr/>
        </p:nvSpPr>
        <p:spPr>
          <a:xfrm>
            <a:off x="7263150" y="3427725"/>
            <a:ext cx="3128100" cy="958800"/>
          </a:xfrm>
          <a:prstGeom prst="rect">
            <a:avLst/>
          </a:prstGeom>
          <a:noFill/>
          <a:ln>
            <a:noFill/>
          </a:ln>
        </p:spPr>
        <p:txBody>
          <a:bodyPr anchorCtr="0" anchor="t" bIns="0" lIns="0" spcFirstLastPara="1" rIns="0" wrap="square" tIns="0">
            <a:spAutoFit/>
          </a:bodyPr>
          <a:lstStyle/>
          <a:p>
            <a:pPr indent="0" lvl="0" marL="12700" marR="5080" rtl="0" algn="ctr">
              <a:lnSpc>
                <a:spcPct val="102800"/>
              </a:lnSpc>
              <a:spcBef>
                <a:spcPts val="0"/>
              </a:spcBef>
              <a:spcAft>
                <a:spcPts val="0"/>
              </a:spcAft>
              <a:buNone/>
            </a:pPr>
            <a:r>
              <a:rPr b="1" lang="fr-FR" sz="1550">
                <a:solidFill>
                  <a:schemeClr val="dk1"/>
                </a:solidFill>
              </a:rPr>
              <a:t>3. </a:t>
            </a:r>
            <a:r>
              <a:rPr b="1" lang="fr-FR" sz="1550">
                <a:solidFill>
                  <a:schemeClr val="dk1"/>
                </a:solidFill>
                <a:latin typeface="Arial"/>
                <a:ea typeface="Arial"/>
                <a:cs typeface="Arial"/>
                <a:sym typeface="Arial"/>
              </a:rPr>
              <a:t>Révision du schéma relationnel </a:t>
            </a:r>
            <a:endParaRPr b="1" sz="1550">
              <a:solidFill>
                <a:schemeClr val="dk1"/>
              </a:solidFill>
              <a:latin typeface="Arial"/>
              <a:ea typeface="Arial"/>
              <a:cs typeface="Arial"/>
              <a:sym typeface="Arial"/>
            </a:endParaRPr>
          </a:p>
          <a:p>
            <a:pPr indent="0" lvl="0" marL="12700" marR="5080" rtl="0" algn="ctr">
              <a:lnSpc>
                <a:spcPct val="102800"/>
              </a:lnSpc>
              <a:spcBef>
                <a:spcPts val="0"/>
              </a:spcBef>
              <a:spcAft>
                <a:spcPts val="0"/>
              </a:spcAft>
              <a:buNone/>
            </a:pPr>
            <a:r>
              <a:rPr lang="fr-FR" sz="1500">
                <a:solidFill>
                  <a:schemeClr val="dk2"/>
                </a:solidFill>
                <a:latin typeface="Arial"/>
                <a:ea typeface="Arial"/>
                <a:cs typeface="Arial"/>
                <a:sym typeface="Arial"/>
              </a:rPr>
              <a:t>Adaptation des relations entre tables pour optimiser les performances.</a:t>
            </a:r>
            <a:endParaRPr>
              <a:solidFill>
                <a:schemeClr val="dk2"/>
              </a:solidFill>
            </a:endParaRPr>
          </a:p>
        </p:txBody>
      </p:sp>
      <p:sp>
        <p:nvSpPr>
          <p:cNvPr id="346" name="Google Shape;346;p5"/>
          <p:cNvSpPr txBox="1"/>
          <p:nvPr/>
        </p:nvSpPr>
        <p:spPr>
          <a:xfrm>
            <a:off x="459911" y="3427725"/>
            <a:ext cx="2969100" cy="707400"/>
          </a:xfrm>
          <a:prstGeom prst="rect">
            <a:avLst/>
          </a:prstGeom>
          <a:noFill/>
          <a:ln>
            <a:noFill/>
          </a:ln>
        </p:spPr>
        <p:txBody>
          <a:bodyPr anchorCtr="0" anchor="t" bIns="0" lIns="0" spcFirstLastPara="1" rIns="0" wrap="square" tIns="0">
            <a:spAutoFit/>
          </a:bodyPr>
          <a:lstStyle/>
          <a:p>
            <a:pPr indent="-317500" lvl="0" marL="457200" marR="5080" rtl="0" algn="ctr">
              <a:lnSpc>
                <a:spcPct val="101499"/>
              </a:lnSpc>
              <a:spcBef>
                <a:spcPts val="0"/>
              </a:spcBef>
              <a:spcAft>
                <a:spcPts val="0"/>
              </a:spcAft>
              <a:buClr>
                <a:schemeClr val="dk1"/>
              </a:buClr>
              <a:buSzPts val="1400"/>
              <a:buFont typeface="Arial"/>
              <a:buAutoNum type="arabicPeriod"/>
            </a:pPr>
            <a:r>
              <a:rPr b="1" lang="fr-FR" sz="1550">
                <a:solidFill>
                  <a:schemeClr val="dk1"/>
                </a:solidFill>
                <a:latin typeface="Arial"/>
                <a:ea typeface="Arial"/>
                <a:cs typeface="Arial"/>
                <a:sym typeface="Arial"/>
              </a:rPr>
              <a:t>Ajout d'une nouvelle table </a:t>
            </a:r>
            <a:r>
              <a:rPr lang="fr-FR" sz="1500">
                <a:solidFill>
                  <a:schemeClr val="dk2"/>
                </a:solidFill>
                <a:latin typeface="Arial"/>
                <a:ea typeface="Arial"/>
                <a:cs typeface="Arial"/>
                <a:sym typeface="Arial"/>
              </a:rPr>
              <a:t>Création d'une table pour stocker les retours clients.</a:t>
            </a:r>
            <a:endParaRPr>
              <a:solidFill>
                <a:schemeClr val="dk2"/>
              </a:solidFill>
            </a:endParaRPr>
          </a:p>
        </p:txBody>
      </p:sp>
      <p:sp>
        <p:nvSpPr>
          <p:cNvPr id="347" name="Google Shape;347;p5"/>
          <p:cNvSpPr txBox="1"/>
          <p:nvPr/>
        </p:nvSpPr>
        <p:spPr>
          <a:xfrm>
            <a:off x="3861074" y="3427731"/>
            <a:ext cx="2970000" cy="1069200"/>
          </a:xfrm>
          <a:prstGeom prst="rect">
            <a:avLst/>
          </a:prstGeom>
          <a:noFill/>
          <a:ln>
            <a:noFill/>
          </a:ln>
        </p:spPr>
        <p:txBody>
          <a:bodyPr anchorCtr="0" anchor="t" bIns="0" lIns="0" spcFirstLastPara="1" rIns="0" wrap="square" tIns="0">
            <a:spAutoFit/>
          </a:bodyPr>
          <a:lstStyle/>
          <a:p>
            <a:pPr indent="0" lvl="0" marL="62230" marR="37465" rtl="0" algn="ctr">
              <a:lnSpc>
                <a:spcPct val="114374"/>
              </a:lnSpc>
              <a:spcBef>
                <a:spcPts val="0"/>
              </a:spcBef>
              <a:spcAft>
                <a:spcPts val="0"/>
              </a:spcAft>
              <a:buNone/>
            </a:pPr>
            <a:r>
              <a:rPr b="1" lang="fr-FR" sz="1550">
                <a:solidFill>
                  <a:schemeClr val="dk1"/>
                </a:solidFill>
              </a:rPr>
              <a:t>2. 	</a:t>
            </a:r>
            <a:r>
              <a:rPr b="1" lang="fr-FR" sz="1550">
                <a:solidFill>
                  <a:schemeClr val="dk1"/>
                </a:solidFill>
                <a:latin typeface="Arial"/>
                <a:ea typeface="Arial"/>
                <a:cs typeface="Arial"/>
                <a:sym typeface="Arial"/>
              </a:rPr>
              <a:t>Mise </a:t>
            </a:r>
            <a:r>
              <a:rPr b="1" lang="fr-FR" sz="1600">
                <a:solidFill>
                  <a:schemeClr val="dk1"/>
                </a:solidFill>
                <a:latin typeface="Times New Roman"/>
                <a:ea typeface="Times New Roman"/>
                <a:cs typeface="Times New Roman"/>
                <a:sym typeface="Times New Roman"/>
              </a:rPr>
              <a:t>à </a:t>
            </a:r>
            <a:r>
              <a:rPr b="1" lang="fr-FR" sz="1550">
                <a:solidFill>
                  <a:schemeClr val="dk1"/>
                </a:solidFill>
                <a:latin typeface="Arial"/>
                <a:ea typeface="Arial"/>
                <a:cs typeface="Arial"/>
                <a:sym typeface="Arial"/>
              </a:rPr>
              <a:t>jour du dictionnaire de données</a:t>
            </a:r>
            <a:endParaRPr sz="1550">
              <a:solidFill>
                <a:schemeClr val="dk1"/>
              </a:solidFill>
              <a:latin typeface="Arial"/>
              <a:ea typeface="Arial"/>
              <a:cs typeface="Arial"/>
              <a:sym typeface="Arial"/>
            </a:endParaRPr>
          </a:p>
          <a:p>
            <a:pPr indent="0" lvl="0" marL="0" marR="0" rtl="0" algn="ctr">
              <a:lnSpc>
                <a:spcPct val="117600"/>
              </a:lnSpc>
              <a:spcBef>
                <a:spcPts val="0"/>
              </a:spcBef>
              <a:spcAft>
                <a:spcPts val="0"/>
              </a:spcAft>
              <a:buNone/>
            </a:pPr>
            <a:r>
              <a:rPr lang="fr-FR" sz="1500">
                <a:solidFill>
                  <a:schemeClr val="dk2"/>
                </a:solidFill>
                <a:latin typeface="Arial"/>
                <a:ea typeface="Arial"/>
                <a:cs typeface="Arial"/>
                <a:sym typeface="Arial"/>
              </a:rPr>
              <a:t>Ajout de nouveaux champs pour</a:t>
            </a:r>
            <a:endParaRPr>
              <a:solidFill>
                <a:schemeClr val="dk2"/>
              </a:solidFill>
            </a:endParaRPr>
          </a:p>
          <a:p>
            <a:pPr indent="0" lvl="0" marL="0" marR="0" rtl="0" algn="ctr">
              <a:lnSpc>
                <a:spcPct val="100000"/>
              </a:lnSpc>
              <a:spcBef>
                <a:spcPts val="95"/>
              </a:spcBef>
              <a:spcAft>
                <a:spcPts val="0"/>
              </a:spcAft>
              <a:buNone/>
            </a:pPr>
            <a:r>
              <a:rPr lang="fr-FR" sz="1500">
                <a:solidFill>
                  <a:schemeClr val="dk2"/>
                </a:solidFill>
                <a:latin typeface="Arial"/>
                <a:ea typeface="Arial"/>
                <a:cs typeface="Arial"/>
                <a:sym typeface="Arial"/>
              </a:rPr>
              <a:t>améliorer l'analyse.</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351" name="Shape 351"/>
        <p:cNvGrpSpPr/>
        <p:nvPr/>
      </p:nvGrpSpPr>
      <p:grpSpPr>
        <a:xfrm>
          <a:off x="0" y="0"/>
          <a:ext cx="0" cy="0"/>
          <a:chOff x="0" y="0"/>
          <a:chExt cx="0" cy="0"/>
        </a:xfrm>
      </p:grpSpPr>
      <p:sp>
        <p:nvSpPr>
          <p:cNvPr id="352" name="Google Shape;352;p6"/>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6"/>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6"/>
          <p:cNvSpPr txBox="1"/>
          <p:nvPr>
            <p:ph type="title"/>
          </p:nvPr>
        </p:nvSpPr>
        <p:spPr>
          <a:xfrm>
            <a:off x="485761" y="1050204"/>
            <a:ext cx="9721800" cy="392400"/>
          </a:xfrm>
          <a:prstGeom prst="rect">
            <a:avLst/>
          </a:prstGeom>
          <a:noFill/>
          <a:ln>
            <a:noFill/>
          </a:ln>
        </p:spPr>
        <p:txBody>
          <a:bodyPr anchorCtr="0" anchor="t" bIns="0" lIns="0" spcFirstLastPara="1" rIns="0" wrap="square" tIns="0">
            <a:spAutoFit/>
          </a:bodyPr>
          <a:lstStyle/>
          <a:p>
            <a:pPr indent="0" lvl="0" marL="12700" rtl="0" algn="l">
              <a:lnSpc>
                <a:spcPct val="121400"/>
              </a:lnSpc>
              <a:spcBef>
                <a:spcPts val="0"/>
              </a:spcBef>
              <a:spcAft>
                <a:spcPts val="0"/>
              </a:spcAft>
              <a:buNone/>
            </a:pPr>
            <a:r>
              <a:rPr lang="fr-FR"/>
              <a:t>Nouvelle table</a:t>
            </a:r>
            <a:endParaRPr/>
          </a:p>
        </p:txBody>
      </p:sp>
      <p:sp>
        <p:nvSpPr>
          <p:cNvPr id="355" name="Google Shape;355;p6"/>
          <p:cNvSpPr txBox="1"/>
          <p:nvPr/>
        </p:nvSpPr>
        <p:spPr>
          <a:xfrm>
            <a:off x="452524" y="1645625"/>
            <a:ext cx="6167700" cy="284700"/>
          </a:xfrm>
          <a:prstGeom prst="rect">
            <a:avLst/>
          </a:prstGeom>
          <a:noFill/>
          <a:ln>
            <a:noFill/>
          </a:ln>
        </p:spPr>
        <p:txBody>
          <a:bodyPr anchorCtr="0" anchor="t" bIns="0" lIns="0" spcFirstLastPara="1" rIns="0" wrap="square" tIns="0">
            <a:spAutoFit/>
          </a:bodyPr>
          <a:lstStyle/>
          <a:p>
            <a:pPr indent="0" lvl="0" marL="12700" marR="0" rtl="0" algn="l">
              <a:lnSpc>
                <a:spcPct val="118918"/>
              </a:lnSpc>
              <a:spcBef>
                <a:spcPts val="0"/>
              </a:spcBef>
              <a:spcAft>
                <a:spcPts val="0"/>
              </a:spcAft>
              <a:buNone/>
            </a:pPr>
            <a:r>
              <a:rPr b="1" lang="fr-FR" sz="1850">
                <a:solidFill>
                  <a:srgbClr val="676767"/>
                </a:solidFill>
                <a:latin typeface="Montserrat"/>
                <a:ea typeface="Montserrat"/>
                <a:cs typeface="Montserrat"/>
                <a:sym typeface="Montserrat"/>
              </a:rPr>
              <a:t>Ajout et intégration des nouvelles données</a:t>
            </a:r>
            <a:endParaRPr b="1" sz="1850">
              <a:solidFill>
                <a:schemeClr val="dk1"/>
              </a:solidFill>
              <a:latin typeface="Montserrat"/>
              <a:ea typeface="Montserrat"/>
              <a:cs typeface="Montserrat"/>
              <a:sym typeface="Montserrat"/>
            </a:endParaRPr>
          </a:p>
        </p:txBody>
      </p:sp>
      <p:sp>
        <p:nvSpPr>
          <p:cNvPr id="356" name="Google Shape;356;p6"/>
          <p:cNvSpPr txBox="1"/>
          <p:nvPr/>
        </p:nvSpPr>
        <p:spPr>
          <a:xfrm>
            <a:off x="219811" y="3037100"/>
            <a:ext cx="4144500" cy="2377800"/>
          </a:xfrm>
          <a:prstGeom prst="rect">
            <a:avLst/>
          </a:prstGeom>
          <a:noFill/>
          <a:ln>
            <a:noFill/>
          </a:ln>
        </p:spPr>
        <p:txBody>
          <a:bodyPr anchorCtr="0" anchor="t" bIns="0" lIns="0" spcFirstLastPara="1" rIns="0" wrap="square" tIns="0">
            <a:spAutoFit/>
          </a:bodyPr>
          <a:lstStyle/>
          <a:p>
            <a:pPr indent="-317500" lvl="0" marL="457200" marR="5080" rtl="0" algn="l">
              <a:lnSpc>
                <a:spcPct val="101200"/>
              </a:lnSpc>
              <a:spcBef>
                <a:spcPts val="0"/>
              </a:spcBef>
              <a:spcAft>
                <a:spcPts val="0"/>
              </a:spcAft>
              <a:buClr>
                <a:schemeClr val="dk1"/>
              </a:buClr>
              <a:buSzPts val="1400"/>
              <a:buFont typeface="Arial"/>
              <a:buChar char="●"/>
            </a:pPr>
            <a:r>
              <a:rPr b="1" lang="fr-FR" sz="1550">
                <a:solidFill>
                  <a:schemeClr val="dk1"/>
                </a:solidFill>
                <a:latin typeface="Arial"/>
                <a:ea typeface="Arial"/>
                <a:cs typeface="Arial"/>
                <a:sym typeface="Arial"/>
              </a:rPr>
              <a:t>Intégration des données: </a:t>
            </a:r>
            <a:r>
              <a:rPr lang="fr-FR" sz="1500">
                <a:solidFill>
                  <a:schemeClr val="dk2"/>
                </a:solidFill>
                <a:latin typeface="Arial"/>
                <a:ea typeface="Arial"/>
                <a:cs typeface="Arial"/>
                <a:sym typeface="Arial"/>
              </a:rPr>
              <a:t>Ajout d'une table dédiée aux retours clients.</a:t>
            </a:r>
            <a:endParaRPr>
              <a:solidFill>
                <a:schemeClr val="dk2"/>
              </a:solidFill>
            </a:endParaRPr>
          </a:p>
          <a:p>
            <a:pPr indent="0" lvl="0" marL="457200" marR="0" rtl="0" algn="l">
              <a:lnSpc>
                <a:spcPct val="100000"/>
              </a:lnSpc>
              <a:spcBef>
                <a:spcPts val="6"/>
              </a:spcBef>
              <a:spcAft>
                <a:spcPts val="0"/>
              </a:spcAft>
              <a:buNone/>
            </a:pPr>
            <a:r>
              <a:t/>
            </a:r>
            <a:endParaRPr sz="1950">
              <a:solidFill>
                <a:schemeClr val="dk1"/>
              </a:solidFill>
              <a:latin typeface="Times New Roman"/>
              <a:ea typeface="Times New Roman"/>
              <a:cs typeface="Times New Roman"/>
              <a:sym typeface="Times New Roman"/>
            </a:endParaRPr>
          </a:p>
          <a:p>
            <a:pPr indent="-317500" lvl="0" marL="457200" marR="424180" rtl="0" algn="l">
              <a:lnSpc>
                <a:spcPct val="101200"/>
              </a:lnSpc>
              <a:spcBef>
                <a:spcPts val="0"/>
              </a:spcBef>
              <a:spcAft>
                <a:spcPts val="0"/>
              </a:spcAft>
              <a:buClr>
                <a:schemeClr val="dk1"/>
              </a:buClr>
              <a:buSzPts val="1400"/>
              <a:buFont typeface="Arial"/>
              <a:buChar char="●"/>
            </a:pPr>
            <a:r>
              <a:rPr b="1" lang="fr-FR" sz="1550">
                <a:solidFill>
                  <a:schemeClr val="dk1"/>
                </a:solidFill>
                <a:latin typeface="Arial"/>
                <a:ea typeface="Arial"/>
                <a:cs typeface="Arial"/>
                <a:sym typeface="Arial"/>
              </a:rPr>
              <a:t>Structuration optimisée: </a:t>
            </a:r>
            <a:r>
              <a:rPr lang="fr-FR" sz="1500">
                <a:solidFill>
                  <a:schemeClr val="dk2"/>
                </a:solidFill>
                <a:latin typeface="Arial"/>
                <a:ea typeface="Arial"/>
                <a:cs typeface="Arial"/>
                <a:sym typeface="Arial"/>
              </a:rPr>
              <a:t>Définition de relations claires avec les autres entités.</a:t>
            </a:r>
            <a:endParaRPr>
              <a:solidFill>
                <a:schemeClr val="dk2"/>
              </a:solidFill>
            </a:endParaRPr>
          </a:p>
          <a:p>
            <a:pPr indent="0" lvl="0" marL="457200" marR="0" rtl="0" algn="l">
              <a:lnSpc>
                <a:spcPct val="100000"/>
              </a:lnSpc>
              <a:spcBef>
                <a:spcPts val="18"/>
              </a:spcBef>
              <a:spcAft>
                <a:spcPts val="0"/>
              </a:spcAft>
              <a:buNone/>
            </a:pPr>
            <a:r>
              <a:t/>
            </a:r>
            <a:endParaRPr sz="1200">
              <a:solidFill>
                <a:schemeClr val="dk1"/>
              </a:solidFill>
              <a:latin typeface="Times New Roman"/>
              <a:ea typeface="Times New Roman"/>
              <a:cs typeface="Times New Roman"/>
              <a:sym typeface="Times New Roman"/>
            </a:endParaRPr>
          </a:p>
          <a:p>
            <a:pPr indent="-317500" lvl="0" marL="457200" marR="359410" rtl="0" algn="l">
              <a:lnSpc>
                <a:spcPct val="101200"/>
              </a:lnSpc>
              <a:spcBef>
                <a:spcPts val="0"/>
              </a:spcBef>
              <a:spcAft>
                <a:spcPts val="0"/>
              </a:spcAft>
              <a:buClr>
                <a:schemeClr val="dk1"/>
              </a:buClr>
              <a:buSzPts val="1400"/>
              <a:buFont typeface="Arial"/>
              <a:buChar char="●"/>
            </a:pPr>
            <a:r>
              <a:rPr b="1" lang="fr-FR" sz="1550">
                <a:solidFill>
                  <a:schemeClr val="dk1"/>
                </a:solidFill>
                <a:latin typeface="Arial"/>
                <a:ea typeface="Arial"/>
                <a:cs typeface="Arial"/>
                <a:sym typeface="Arial"/>
              </a:rPr>
              <a:t>Exploitation améliorée: </a:t>
            </a:r>
            <a:r>
              <a:rPr lang="fr-FR" sz="1500">
                <a:solidFill>
                  <a:schemeClr val="dk2"/>
                </a:solidFill>
                <a:latin typeface="Arial"/>
                <a:ea typeface="Arial"/>
                <a:cs typeface="Arial"/>
                <a:sym typeface="Arial"/>
              </a:rPr>
              <a:t>Facilitation des requêtes analytiques et du reporting.</a:t>
            </a:r>
            <a:endParaRPr>
              <a:solidFill>
                <a:schemeClr val="dk2"/>
              </a:solidFill>
            </a:endParaRPr>
          </a:p>
        </p:txBody>
      </p:sp>
      <p:pic>
        <p:nvPicPr>
          <p:cNvPr id="357" name="Google Shape;357;p6"/>
          <p:cNvPicPr preferRelativeResize="0"/>
          <p:nvPr/>
        </p:nvPicPr>
        <p:blipFill rotWithShape="1">
          <a:blip r:embed="rId3">
            <a:alphaModFix/>
          </a:blip>
          <a:srcRect b="0" l="0" r="0" t="0"/>
          <a:stretch/>
        </p:blipFill>
        <p:spPr>
          <a:xfrm>
            <a:off x="4528165" y="2740105"/>
            <a:ext cx="6167775" cy="297179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361" name="Shape 361"/>
        <p:cNvGrpSpPr/>
        <p:nvPr/>
      </p:nvGrpSpPr>
      <p:grpSpPr>
        <a:xfrm>
          <a:off x="0" y="0"/>
          <a:ext cx="0" cy="0"/>
          <a:chOff x="0" y="0"/>
          <a:chExt cx="0" cy="0"/>
        </a:xfrm>
      </p:grpSpPr>
      <p:sp>
        <p:nvSpPr>
          <p:cNvPr id="362" name="Google Shape;362;p7"/>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7"/>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7"/>
          <p:cNvSpPr txBox="1"/>
          <p:nvPr/>
        </p:nvSpPr>
        <p:spPr>
          <a:xfrm>
            <a:off x="485761" y="1026483"/>
            <a:ext cx="5965190" cy="423193"/>
          </a:xfrm>
          <a:prstGeom prst="rect">
            <a:avLst/>
          </a:prstGeom>
          <a:noFill/>
          <a:ln>
            <a:noFill/>
          </a:ln>
        </p:spPr>
        <p:txBody>
          <a:bodyPr anchorCtr="0" anchor="t" bIns="0" lIns="0" spcFirstLastPara="1" rIns="0" wrap="square" tIns="0">
            <a:spAutoFit/>
          </a:bodyPr>
          <a:lstStyle/>
          <a:p>
            <a:pPr indent="0" lvl="0" marL="12700" marR="0" rtl="0" algn="l">
              <a:lnSpc>
                <a:spcPct val="119464"/>
              </a:lnSpc>
              <a:spcBef>
                <a:spcPts val="0"/>
              </a:spcBef>
              <a:spcAft>
                <a:spcPts val="0"/>
              </a:spcAft>
              <a:buNone/>
            </a:pPr>
            <a:r>
              <a:rPr b="1" lang="fr-FR" sz="2550">
                <a:solidFill>
                  <a:srgbClr val="21282A"/>
                </a:solidFill>
                <a:latin typeface="Calibri"/>
                <a:ea typeface="Calibri"/>
                <a:cs typeface="Calibri"/>
                <a:sym typeface="Calibri"/>
              </a:rPr>
              <a:t>Mise </a:t>
            </a:r>
            <a:r>
              <a:rPr b="1" lang="fr-FR" sz="2800">
                <a:solidFill>
                  <a:srgbClr val="21282A"/>
                </a:solidFill>
                <a:latin typeface="Calibri"/>
                <a:ea typeface="Calibri"/>
                <a:cs typeface="Calibri"/>
                <a:sym typeface="Calibri"/>
              </a:rPr>
              <a:t>à </a:t>
            </a:r>
            <a:r>
              <a:rPr b="1" lang="fr-FR" sz="2550">
                <a:solidFill>
                  <a:srgbClr val="21282A"/>
                </a:solidFill>
                <a:latin typeface="Calibri"/>
                <a:ea typeface="Calibri"/>
                <a:cs typeface="Calibri"/>
                <a:sym typeface="Calibri"/>
              </a:rPr>
              <a:t>jour du dictionnaire de données</a:t>
            </a:r>
            <a:endParaRPr sz="2550">
              <a:solidFill>
                <a:schemeClr val="dk1"/>
              </a:solidFill>
              <a:latin typeface="Calibri"/>
              <a:ea typeface="Calibri"/>
              <a:cs typeface="Calibri"/>
              <a:sym typeface="Calibri"/>
            </a:endParaRPr>
          </a:p>
        </p:txBody>
      </p:sp>
      <p:sp>
        <p:nvSpPr>
          <p:cNvPr id="365" name="Google Shape;365;p7"/>
          <p:cNvSpPr txBox="1"/>
          <p:nvPr/>
        </p:nvSpPr>
        <p:spPr>
          <a:xfrm>
            <a:off x="485747" y="1589050"/>
            <a:ext cx="6608100" cy="2847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fr-FR" sz="1850">
                <a:solidFill>
                  <a:srgbClr val="6D6D6D"/>
                </a:solidFill>
                <a:latin typeface="Montserrat"/>
                <a:ea typeface="Montserrat"/>
                <a:cs typeface="Montserrat"/>
                <a:sym typeface="Montserrat"/>
              </a:rPr>
              <a:t>Ajout de nouveaux champs et modifications</a:t>
            </a:r>
            <a:endParaRPr b="1" sz="1850">
              <a:solidFill>
                <a:schemeClr val="dk1"/>
              </a:solidFill>
              <a:latin typeface="Montserrat"/>
              <a:ea typeface="Montserrat"/>
              <a:cs typeface="Montserrat"/>
              <a:sym typeface="Montserrat"/>
            </a:endParaRPr>
          </a:p>
        </p:txBody>
      </p:sp>
      <p:sp>
        <p:nvSpPr>
          <p:cNvPr id="366" name="Google Shape;366;p7"/>
          <p:cNvSpPr txBox="1"/>
          <p:nvPr/>
        </p:nvSpPr>
        <p:spPr>
          <a:xfrm>
            <a:off x="272347" y="2518411"/>
            <a:ext cx="2913900" cy="951000"/>
          </a:xfrm>
          <a:prstGeom prst="rect">
            <a:avLst/>
          </a:prstGeom>
          <a:noFill/>
          <a:ln>
            <a:noFill/>
          </a:ln>
        </p:spPr>
        <p:txBody>
          <a:bodyPr anchorCtr="0" anchor="t" bIns="0" lIns="0" spcFirstLastPara="1" rIns="0" wrap="square" tIns="0">
            <a:spAutoFit/>
          </a:bodyPr>
          <a:lstStyle/>
          <a:p>
            <a:pPr indent="-2539" lvl="0" marL="12700" marR="5080" rtl="0" algn="ctr">
              <a:lnSpc>
                <a:spcPct val="102800"/>
              </a:lnSpc>
              <a:spcBef>
                <a:spcPts val="0"/>
              </a:spcBef>
              <a:spcAft>
                <a:spcPts val="0"/>
              </a:spcAft>
              <a:buNone/>
            </a:pPr>
            <a:r>
              <a:rPr b="1" lang="fr-FR" sz="1550">
                <a:solidFill>
                  <a:schemeClr val="dk1"/>
                </a:solidFill>
                <a:latin typeface="Arial"/>
                <a:ea typeface="Arial"/>
                <a:cs typeface="Arial"/>
                <a:sym typeface="Arial"/>
              </a:rPr>
              <a:t>Nouveaux champs ajoutés </a:t>
            </a:r>
            <a:r>
              <a:rPr lang="fr-FR" sz="1500">
                <a:solidFill>
                  <a:schemeClr val="dk2"/>
                </a:solidFill>
                <a:latin typeface="Arial"/>
                <a:ea typeface="Arial"/>
                <a:cs typeface="Arial"/>
                <a:sym typeface="Arial"/>
              </a:rPr>
              <a:t>Extension du dictionnaire pour prendre en charge les nouvelles analyses.</a:t>
            </a:r>
            <a:endParaRPr>
              <a:solidFill>
                <a:schemeClr val="dk2"/>
              </a:solidFill>
            </a:endParaRPr>
          </a:p>
        </p:txBody>
      </p:sp>
      <p:sp>
        <p:nvSpPr>
          <p:cNvPr id="367" name="Google Shape;367;p7"/>
          <p:cNvSpPr txBox="1"/>
          <p:nvPr/>
        </p:nvSpPr>
        <p:spPr>
          <a:xfrm>
            <a:off x="3669665" y="2515395"/>
            <a:ext cx="3153300" cy="951000"/>
          </a:xfrm>
          <a:prstGeom prst="rect">
            <a:avLst/>
          </a:prstGeom>
          <a:noFill/>
          <a:ln>
            <a:noFill/>
          </a:ln>
        </p:spPr>
        <p:txBody>
          <a:bodyPr anchorCtr="0" anchor="t" bIns="0" lIns="0" spcFirstLastPara="1" rIns="0" wrap="square" tIns="0">
            <a:spAutoFit/>
          </a:bodyPr>
          <a:lstStyle/>
          <a:p>
            <a:pPr indent="-1904" lvl="0" marL="12065" marR="5080" rtl="0" algn="ctr">
              <a:lnSpc>
                <a:spcPct val="102800"/>
              </a:lnSpc>
              <a:spcBef>
                <a:spcPts val="0"/>
              </a:spcBef>
              <a:spcAft>
                <a:spcPts val="0"/>
              </a:spcAft>
              <a:buNone/>
            </a:pPr>
            <a:r>
              <a:rPr b="1" lang="fr-FR" sz="1550">
                <a:solidFill>
                  <a:schemeClr val="dk1"/>
                </a:solidFill>
                <a:latin typeface="Arial"/>
                <a:ea typeface="Arial"/>
                <a:cs typeface="Arial"/>
                <a:sym typeface="Arial"/>
              </a:rPr>
              <a:t>Structuration des données </a:t>
            </a:r>
            <a:r>
              <a:rPr lang="fr-FR" sz="1500">
                <a:solidFill>
                  <a:schemeClr val="dk2"/>
                </a:solidFill>
                <a:latin typeface="Arial"/>
                <a:ea typeface="Arial"/>
                <a:cs typeface="Arial"/>
                <a:sym typeface="Arial"/>
              </a:rPr>
              <a:t>Organisation claire pour faciliter la lecture et l'exploitation des informations.</a:t>
            </a:r>
            <a:endParaRPr>
              <a:solidFill>
                <a:schemeClr val="dk2"/>
              </a:solidFill>
            </a:endParaRPr>
          </a:p>
        </p:txBody>
      </p:sp>
      <p:sp>
        <p:nvSpPr>
          <p:cNvPr id="368" name="Google Shape;368;p7"/>
          <p:cNvSpPr txBox="1"/>
          <p:nvPr/>
        </p:nvSpPr>
        <p:spPr>
          <a:xfrm>
            <a:off x="7306378" y="2523575"/>
            <a:ext cx="3114600" cy="707400"/>
          </a:xfrm>
          <a:prstGeom prst="rect">
            <a:avLst/>
          </a:prstGeom>
          <a:noFill/>
          <a:ln>
            <a:noFill/>
          </a:ln>
        </p:spPr>
        <p:txBody>
          <a:bodyPr anchorCtr="0" anchor="t" bIns="0" lIns="0" spcFirstLastPara="1" rIns="0" wrap="square" tIns="0">
            <a:spAutoFit/>
          </a:bodyPr>
          <a:lstStyle/>
          <a:p>
            <a:pPr indent="-12700" lvl="0" marL="12700" marR="5080" rtl="0" algn="ctr">
              <a:lnSpc>
                <a:spcPct val="101499"/>
              </a:lnSpc>
              <a:spcBef>
                <a:spcPts val="0"/>
              </a:spcBef>
              <a:spcAft>
                <a:spcPts val="0"/>
              </a:spcAft>
              <a:buNone/>
            </a:pPr>
            <a:r>
              <a:rPr b="1" lang="fr-FR" sz="1550">
                <a:solidFill>
                  <a:schemeClr val="dk1"/>
                </a:solidFill>
                <a:latin typeface="Arial"/>
                <a:ea typeface="Arial"/>
                <a:cs typeface="Arial"/>
                <a:sym typeface="Arial"/>
              </a:rPr>
              <a:t>Documentation mise </a:t>
            </a:r>
            <a:r>
              <a:rPr b="1" lang="fr-FR" sz="1450">
                <a:solidFill>
                  <a:schemeClr val="dk1"/>
                </a:solidFill>
                <a:latin typeface="Arial"/>
                <a:ea typeface="Arial"/>
                <a:cs typeface="Arial"/>
                <a:sym typeface="Arial"/>
              </a:rPr>
              <a:t>à </a:t>
            </a:r>
            <a:r>
              <a:rPr b="1" lang="fr-FR" sz="1550">
                <a:solidFill>
                  <a:schemeClr val="dk1"/>
                </a:solidFill>
                <a:latin typeface="Arial"/>
                <a:ea typeface="Arial"/>
                <a:cs typeface="Arial"/>
                <a:sym typeface="Arial"/>
              </a:rPr>
              <a:t>jour </a:t>
            </a:r>
            <a:r>
              <a:rPr lang="fr-FR" sz="1500">
                <a:solidFill>
                  <a:schemeClr val="dk2"/>
                </a:solidFill>
                <a:latin typeface="Arial"/>
                <a:ea typeface="Arial"/>
                <a:cs typeface="Arial"/>
                <a:sym typeface="Arial"/>
              </a:rPr>
              <a:t>Description précise des champs et des relations entre tables.</a:t>
            </a:r>
            <a:endParaRPr>
              <a:solidFill>
                <a:schemeClr val="dk2"/>
              </a:solidFill>
            </a:endParaRPr>
          </a:p>
        </p:txBody>
      </p:sp>
      <p:pic>
        <p:nvPicPr>
          <p:cNvPr id="369" name="Google Shape;369;p7"/>
          <p:cNvPicPr preferRelativeResize="0"/>
          <p:nvPr/>
        </p:nvPicPr>
        <p:blipFill rotWithShape="1">
          <a:blip r:embed="rId3">
            <a:alphaModFix/>
          </a:blip>
          <a:srcRect b="0" l="0" r="0" t="0"/>
          <a:stretch/>
        </p:blipFill>
        <p:spPr>
          <a:xfrm>
            <a:off x="57326" y="3818907"/>
            <a:ext cx="10577477" cy="28729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373" name="Shape 373"/>
        <p:cNvGrpSpPr/>
        <p:nvPr/>
      </p:nvGrpSpPr>
      <p:grpSpPr>
        <a:xfrm>
          <a:off x="0" y="0"/>
          <a:ext cx="0" cy="0"/>
          <a:chOff x="0" y="0"/>
          <a:chExt cx="0" cy="0"/>
        </a:xfrm>
      </p:grpSpPr>
      <p:sp>
        <p:nvSpPr>
          <p:cNvPr id="374" name="Google Shape;374;p8"/>
          <p:cNvSpPr/>
          <p:nvPr/>
        </p:nvSpPr>
        <p:spPr>
          <a:xfrm>
            <a:off x="0" y="6729700"/>
            <a:ext cx="10692130" cy="0"/>
          </a:xfrm>
          <a:custGeom>
            <a:rect b="b" l="l" r="r" t="t"/>
            <a:pathLst>
              <a:path extrusionOk="0" h="120000" w="10692130">
                <a:moveTo>
                  <a:pt x="0" y="0"/>
                </a:moveTo>
                <a:lnTo>
                  <a:pt x="10692003" y="0"/>
                </a:lnTo>
              </a:path>
            </a:pathLst>
          </a:custGeom>
          <a:noFill/>
          <a:ln cap="flat" cmpd="sng" w="112750">
            <a:solidFill>
              <a:srgbClr val="64CF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8"/>
          <p:cNvSpPr txBox="1"/>
          <p:nvPr/>
        </p:nvSpPr>
        <p:spPr>
          <a:xfrm>
            <a:off x="471927" y="1044300"/>
            <a:ext cx="5775000" cy="906600"/>
          </a:xfrm>
          <a:prstGeom prst="rect">
            <a:avLst/>
          </a:prstGeom>
          <a:noFill/>
          <a:ln>
            <a:noFill/>
          </a:ln>
        </p:spPr>
        <p:txBody>
          <a:bodyPr anchorCtr="0" anchor="t" bIns="0" lIns="0" spcFirstLastPara="1" rIns="0" wrap="square" tIns="0">
            <a:spAutoFit/>
          </a:bodyPr>
          <a:lstStyle/>
          <a:p>
            <a:pPr indent="0" lvl="0" marL="30480" marR="0" rtl="0" algn="l">
              <a:lnSpc>
                <a:spcPct val="100000"/>
              </a:lnSpc>
              <a:spcBef>
                <a:spcPts val="0"/>
              </a:spcBef>
              <a:spcAft>
                <a:spcPts val="0"/>
              </a:spcAft>
              <a:buNone/>
            </a:pPr>
            <a:r>
              <a:rPr b="1" lang="fr-FR" sz="2550">
                <a:solidFill>
                  <a:srgbClr val="1F2628"/>
                </a:solidFill>
                <a:latin typeface="Arial"/>
                <a:ea typeface="Arial"/>
                <a:cs typeface="Arial"/>
                <a:sym typeface="Arial"/>
              </a:rPr>
              <a:t>Nouveau schéma relationnel</a:t>
            </a:r>
            <a:endParaRPr sz="2550">
              <a:solidFill>
                <a:schemeClr val="dk1"/>
              </a:solidFill>
              <a:latin typeface="Arial"/>
              <a:ea typeface="Arial"/>
              <a:cs typeface="Arial"/>
              <a:sym typeface="Arial"/>
            </a:endParaRPr>
          </a:p>
          <a:p>
            <a:pPr indent="0" lvl="0" marL="12700" marR="0" rtl="0" algn="l">
              <a:lnSpc>
                <a:spcPct val="100000"/>
              </a:lnSpc>
              <a:spcBef>
                <a:spcPts val="1789"/>
              </a:spcBef>
              <a:spcAft>
                <a:spcPts val="0"/>
              </a:spcAft>
              <a:buNone/>
            </a:pPr>
            <a:r>
              <a:rPr b="1" lang="fr-FR" sz="1850">
                <a:solidFill>
                  <a:srgbClr val="606060"/>
                </a:solidFill>
                <a:latin typeface="Montserrat"/>
                <a:ea typeface="Montserrat"/>
                <a:cs typeface="Montserrat"/>
                <a:sym typeface="Montserrat"/>
              </a:rPr>
              <a:t>Optimisation des relations entre tables</a:t>
            </a:r>
            <a:endParaRPr b="1" sz="1850">
              <a:solidFill>
                <a:schemeClr val="dk1"/>
              </a:solidFill>
              <a:latin typeface="Montserrat"/>
              <a:ea typeface="Montserrat"/>
              <a:cs typeface="Montserrat"/>
              <a:sym typeface="Montserrat"/>
            </a:endParaRPr>
          </a:p>
        </p:txBody>
      </p:sp>
      <p:sp>
        <p:nvSpPr>
          <p:cNvPr id="376" name="Google Shape;376;p8"/>
          <p:cNvSpPr txBox="1"/>
          <p:nvPr/>
        </p:nvSpPr>
        <p:spPr>
          <a:xfrm>
            <a:off x="648692" y="2558063"/>
            <a:ext cx="4385400" cy="523200"/>
          </a:xfrm>
          <a:prstGeom prst="rect">
            <a:avLst/>
          </a:prstGeom>
          <a:noFill/>
          <a:ln>
            <a:noFill/>
          </a:ln>
        </p:spPr>
        <p:txBody>
          <a:bodyPr anchorCtr="0" anchor="t" bIns="0" lIns="0" spcFirstLastPara="1" rIns="0" wrap="square" tIns="0">
            <a:spAutoFit/>
          </a:bodyPr>
          <a:lstStyle/>
          <a:p>
            <a:pPr indent="-106680" lvl="0" marL="118745" marR="5080" rtl="0" algn="l">
              <a:lnSpc>
                <a:spcPct val="119354"/>
              </a:lnSpc>
              <a:spcBef>
                <a:spcPts val="0"/>
              </a:spcBef>
              <a:spcAft>
                <a:spcPts val="0"/>
              </a:spcAft>
              <a:buNone/>
            </a:pPr>
            <a:r>
              <a:rPr b="1" lang="fr-FR" sz="1550">
                <a:solidFill>
                  <a:schemeClr val="dk1"/>
                </a:solidFill>
                <a:latin typeface="Arial"/>
                <a:ea typeface="Arial"/>
                <a:cs typeface="Arial"/>
                <a:sym typeface="Arial"/>
              </a:rPr>
              <a:t>·Refonte des relations: </a:t>
            </a:r>
            <a:r>
              <a:rPr lang="fr-FR" sz="1550">
                <a:solidFill>
                  <a:schemeClr val="dk2"/>
                </a:solidFill>
                <a:latin typeface="Arial"/>
                <a:ea typeface="Arial"/>
                <a:cs typeface="Arial"/>
                <a:sym typeface="Arial"/>
              </a:rPr>
              <a:t>Amélioration  des liens entre les entités pour une meilleure cohérence.</a:t>
            </a:r>
            <a:endParaRPr>
              <a:solidFill>
                <a:schemeClr val="dk2"/>
              </a:solidFill>
            </a:endParaRPr>
          </a:p>
        </p:txBody>
      </p:sp>
      <p:sp>
        <p:nvSpPr>
          <p:cNvPr id="377" name="Google Shape;377;p8"/>
          <p:cNvSpPr txBox="1"/>
          <p:nvPr/>
        </p:nvSpPr>
        <p:spPr>
          <a:xfrm>
            <a:off x="648692" y="3319859"/>
            <a:ext cx="4030200" cy="518700"/>
          </a:xfrm>
          <a:prstGeom prst="rect">
            <a:avLst/>
          </a:prstGeom>
          <a:noFill/>
          <a:ln>
            <a:noFill/>
          </a:ln>
        </p:spPr>
        <p:txBody>
          <a:bodyPr anchorCtr="0" anchor="t" bIns="0" lIns="0" spcFirstLastPara="1" rIns="0" wrap="square" tIns="0">
            <a:spAutoFit/>
          </a:bodyPr>
          <a:lstStyle/>
          <a:p>
            <a:pPr indent="-113030" lvl="0" marL="125095" marR="5080" rtl="0" algn="l">
              <a:lnSpc>
                <a:spcPct val="117419"/>
              </a:lnSpc>
              <a:spcBef>
                <a:spcPts val="0"/>
              </a:spcBef>
              <a:spcAft>
                <a:spcPts val="0"/>
              </a:spcAft>
              <a:buNone/>
            </a:pPr>
            <a:r>
              <a:rPr b="1" lang="fr-FR" sz="1550">
                <a:solidFill>
                  <a:schemeClr val="dk1"/>
                </a:solidFill>
                <a:latin typeface="Arial"/>
                <a:ea typeface="Arial"/>
                <a:cs typeface="Arial"/>
                <a:sym typeface="Arial"/>
              </a:rPr>
              <a:t>·Ajout de nouvelles tables: </a:t>
            </a:r>
            <a:r>
              <a:rPr lang="fr-FR" sz="1550">
                <a:solidFill>
                  <a:schemeClr val="dk1"/>
                </a:solidFill>
                <a:latin typeface="Arial"/>
                <a:ea typeface="Arial"/>
                <a:cs typeface="Arial"/>
                <a:sym typeface="Arial"/>
              </a:rPr>
              <a:t>I</a:t>
            </a:r>
            <a:r>
              <a:rPr lang="fr-FR" sz="1550">
                <a:solidFill>
                  <a:schemeClr val="dk2"/>
                </a:solidFill>
                <a:latin typeface="Arial"/>
                <a:ea typeface="Arial"/>
                <a:cs typeface="Arial"/>
                <a:sym typeface="Arial"/>
              </a:rPr>
              <a:t>ntégration des retours clients dans la structure existante.</a:t>
            </a:r>
            <a:endParaRPr sz="1550">
              <a:solidFill>
                <a:schemeClr val="dk2"/>
              </a:solidFill>
              <a:latin typeface="Arial"/>
              <a:ea typeface="Arial"/>
              <a:cs typeface="Arial"/>
              <a:sym typeface="Arial"/>
            </a:endParaRPr>
          </a:p>
        </p:txBody>
      </p:sp>
      <p:sp>
        <p:nvSpPr>
          <p:cNvPr id="378" name="Google Shape;378;p8"/>
          <p:cNvSpPr txBox="1"/>
          <p:nvPr/>
        </p:nvSpPr>
        <p:spPr>
          <a:xfrm>
            <a:off x="648692" y="3962814"/>
            <a:ext cx="4367400" cy="515700"/>
          </a:xfrm>
          <a:prstGeom prst="rect">
            <a:avLst/>
          </a:prstGeom>
          <a:noFill/>
          <a:ln>
            <a:noFill/>
          </a:ln>
        </p:spPr>
        <p:txBody>
          <a:bodyPr anchorCtr="0" anchor="t" bIns="0" lIns="0" spcFirstLastPara="1" rIns="0" wrap="square" tIns="0">
            <a:spAutoFit/>
          </a:bodyPr>
          <a:lstStyle/>
          <a:p>
            <a:pPr indent="-106680" lvl="0" marL="118745" marR="5080" rtl="0" algn="l">
              <a:lnSpc>
                <a:spcPct val="116129"/>
              </a:lnSpc>
              <a:spcBef>
                <a:spcPts val="0"/>
              </a:spcBef>
              <a:spcAft>
                <a:spcPts val="0"/>
              </a:spcAft>
              <a:buNone/>
            </a:pPr>
            <a:r>
              <a:rPr b="1" lang="fr-FR" sz="1550">
                <a:solidFill>
                  <a:schemeClr val="dk1"/>
                </a:solidFill>
                <a:latin typeface="Arial"/>
                <a:ea typeface="Arial"/>
                <a:cs typeface="Arial"/>
                <a:sym typeface="Arial"/>
              </a:rPr>
              <a:t>·Optimisation des performances: </a:t>
            </a:r>
            <a:r>
              <a:rPr lang="fr-FR" sz="1550">
                <a:solidFill>
                  <a:schemeClr val="dk2"/>
                </a:solidFill>
                <a:latin typeface="Arial"/>
                <a:ea typeface="Arial"/>
                <a:cs typeface="Arial"/>
                <a:sym typeface="Arial"/>
              </a:rPr>
              <a:t>Réduction de la redondance et amélioration des requêtes</a:t>
            </a:r>
            <a:r>
              <a:rPr lang="fr-FR" sz="1550">
                <a:solidFill>
                  <a:schemeClr val="dk1"/>
                </a:solidFill>
                <a:latin typeface="Arial"/>
                <a:ea typeface="Arial"/>
                <a:cs typeface="Arial"/>
                <a:sym typeface="Arial"/>
              </a:rPr>
              <a:t>.</a:t>
            </a:r>
            <a:endParaRPr/>
          </a:p>
        </p:txBody>
      </p:sp>
      <p:pic>
        <p:nvPicPr>
          <p:cNvPr id="379" name="Google Shape;379;p8"/>
          <p:cNvPicPr preferRelativeResize="0"/>
          <p:nvPr/>
        </p:nvPicPr>
        <p:blipFill rotWithShape="1">
          <a:blip r:embed="rId3">
            <a:alphaModFix/>
          </a:blip>
          <a:srcRect b="0" l="0" r="0" t="0"/>
          <a:stretch/>
        </p:blipFill>
        <p:spPr>
          <a:xfrm>
            <a:off x="5034002" y="2274318"/>
            <a:ext cx="5543437" cy="38386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383" name="Shape 383"/>
        <p:cNvGrpSpPr/>
        <p:nvPr/>
      </p:nvGrpSpPr>
      <p:grpSpPr>
        <a:xfrm>
          <a:off x="0" y="0"/>
          <a:ext cx="0" cy="0"/>
          <a:chOff x="0" y="0"/>
          <a:chExt cx="0" cy="0"/>
        </a:xfrm>
      </p:grpSpPr>
      <p:sp>
        <p:nvSpPr>
          <p:cNvPr id="384" name="Google Shape;384;p9"/>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9"/>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9"/>
          <p:cNvSpPr txBox="1"/>
          <p:nvPr>
            <p:ph type="title"/>
          </p:nvPr>
        </p:nvSpPr>
        <p:spPr>
          <a:xfrm>
            <a:off x="485761" y="1050204"/>
            <a:ext cx="9721800" cy="392400"/>
          </a:xfrm>
          <a:prstGeom prst="rect">
            <a:avLst/>
          </a:prstGeom>
          <a:noFill/>
          <a:ln>
            <a:noFill/>
          </a:ln>
        </p:spPr>
        <p:txBody>
          <a:bodyPr anchorCtr="0" anchor="t" bIns="0" lIns="0" spcFirstLastPara="1" rIns="0" wrap="square" tIns="0">
            <a:spAutoFit/>
          </a:bodyPr>
          <a:lstStyle/>
          <a:p>
            <a:pPr indent="0" lvl="0" marL="12700" rtl="0" algn="l">
              <a:lnSpc>
                <a:spcPct val="121400"/>
              </a:lnSpc>
              <a:spcBef>
                <a:spcPts val="0"/>
              </a:spcBef>
              <a:spcAft>
                <a:spcPts val="0"/>
              </a:spcAft>
              <a:buNone/>
            </a:pPr>
            <a:r>
              <a:rPr lang="fr-FR">
                <a:solidFill>
                  <a:srgbClr val="21282A"/>
                </a:solidFill>
              </a:rPr>
              <a:t>Base de données extraite</a:t>
            </a:r>
            <a:endParaRPr>
              <a:solidFill>
                <a:srgbClr val="21282A"/>
              </a:solidFill>
            </a:endParaRPr>
          </a:p>
        </p:txBody>
      </p:sp>
      <p:sp>
        <p:nvSpPr>
          <p:cNvPr id="387" name="Google Shape;387;p9"/>
          <p:cNvSpPr txBox="1"/>
          <p:nvPr/>
        </p:nvSpPr>
        <p:spPr>
          <a:xfrm>
            <a:off x="477449" y="1635350"/>
            <a:ext cx="5860200" cy="300300"/>
          </a:xfrm>
          <a:prstGeom prst="rect">
            <a:avLst/>
          </a:prstGeom>
          <a:noFill/>
          <a:ln>
            <a:noFill/>
          </a:ln>
        </p:spPr>
        <p:txBody>
          <a:bodyPr anchorCtr="0" anchor="t" bIns="0" lIns="0" spcFirstLastPara="1" rIns="0" wrap="square" tIns="0">
            <a:spAutoFit/>
          </a:bodyPr>
          <a:lstStyle/>
          <a:p>
            <a:pPr indent="0" lvl="0" marL="12700" marR="0" rtl="0" algn="l">
              <a:lnSpc>
                <a:spcPct val="118974"/>
              </a:lnSpc>
              <a:spcBef>
                <a:spcPts val="0"/>
              </a:spcBef>
              <a:spcAft>
                <a:spcPts val="0"/>
              </a:spcAft>
              <a:buNone/>
            </a:pPr>
            <a:r>
              <a:rPr b="1" lang="fr-FR" sz="1850">
                <a:solidFill>
                  <a:srgbClr val="6E6E6E"/>
                </a:solidFill>
                <a:latin typeface="Montserrat"/>
                <a:ea typeface="Montserrat"/>
                <a:cs typeface="Montserrat"/>
                <a:sym typeface="Montserrat"/>
              </a:rPr>
              <a:t>Présentation des données mises </a:t>
            </a:r>
            <a:r>
              <a:rPr b="1" lang="fr-FR" sz="1950">
                <a:solidFill>
                  <a:srgbClr val="6E6E6E"/>
                </a:solidFill>
                <a:latin typeface="Montserrat"/>
                <a:ea typeface="Montserrat"/>
                <a:cs typeface="Montserrat"/>
                <a:sym typeface="Montserrat"/>
              </a:rPr>
              <a:t>à </a:t>
            </a:r>
            <a:r>
              <a:rPr b="1" lang="fr-FR" sz="1850">
                <a:solidFill>
                  <a:srgbClr val="6E6E6E"/>
                </a:solidFill>
                <a:latin typeface="Montserrat"/>
                <a:ea typeface="Montserrat"/>
                <a:cs typeface="Montserrat"/>
                <a:sym typeface="Montserrat"/>
              </a:rPr>
              <a:t>jour</a:t>
            </a:r>
            <a:endParaRPr b="1" sz="1850">
              <a:solidFill>
                <a:schemeClr val="dk1"/>
              </a:solidFill>
              <a:latin typeface="Montserrat"/>
              <a:ea typeface="Montserrat"/>
              <a:cs typeface="Montserrat"/>
              <a:sym typeface="Montserrat"/>
            </a:endParaRPr>
          </a:p>
        </p:txBody>
      </p:sp>
      <p:sp>
        <p:nvSpPr>
          <p:cNvPr id="388" name="Google Shape;388;p9"/>
          <p:cNvSpPr txBox="1"/>
          <p:nvPr/>
        </p:nvSpPr>
        <p:spPr>
          <a:xfrm>
            <a:off x="3902455" y="2362588"/>
            <a:ext cx="2887200" cy="696900"/>
          </a:xfrm>
          <a:prstGeom prst="rect">
            <a:avLst/>
          </a:prstGeom>
          <a:noFill/>
          <a:ln>
            <a:noFill/>
          </a:ln>
        </p:spPr>
        <p:txBody>
          <a:bodyPr anchorCtr="0" anchor="t" bIns="0" lIns="0" spcFirstLastPara="1" rIns="0" wrap="square" tIns="0">
            <a:spAutoFit/>
          </a:bodyPr>
          <a:lstStyle/>
          <a:p>
            <a:pPr indent="0" lvl="0" marL="5080" marR="0" rtl="0" algn="ctr">
              <a:lnSpc>
                <a:spcPct val="100000"/>
              </a:lnSpc>
              <a:spcBef>
                <a:spcPts val="0"/>
              </a:spcBef>
              <a:spcAft>
                <a:spcPts val="0"/>
              </a:spcAft>
              <a:buNone/>
            </a:pPr>
            <a:r>
              <a:rPr b="1" lang="fr-FR" sz="1500">
                <a:solidFill>
                  <a:schemeClr val="dk1"/>
                </a:solidFill>
                <a:latin typeface="Arial"/>
                <a:ea typeface="Arial"/>
                <a:cs typeface="Arial"/>
                <a:sym typeface="Arial"/>
              </a:rPr>
              <a:t>Format et structuration</a:t>
            </a:r>
            <a:endParaRPr sz="1500">
              <a:solidFill>
                <a:schemeClr val="dk1"/>
              </a:solidFill>
              <a:latin typeface="Arial"/>
              <a:ea typeface="Arial"/>
              <a:cs typeface="Arial"/>
              <a:sym typeface="Arial"/>
            </a:endParaRPr>
          </a:p>
          <a:p>
            <a:pPr indent="0" lvl="0" marL="12700" marR="5080" rtl="0" algn="ctr">
              <a:lnSpc>
                <a:spcPct val="101800"/>
              </a:lnSpc>
              <a:spcBef>
                <a:spcPts val="0"/>
              </a:spcBef>
              <a:spcAft>
                <a:spcPts val="0"/>
              </a:spcAft>
              <a:buNone/>
            </a:pPr>
            <a:r>
              <a:rPr lang="fr-FR" sz="1500">
                <a:solidFill>
                  <a:schemeClr val="dk2"/>
                </a:solidFill>
                <a:latin typeface="Arial"/>
                <a:ea typeface="Arial"/>
                <a:cs typeface="Arial"/>
                <a:sym typeface="Arial"/>
              </a:rPr>
              <a:t>Organisation des données pour faciliter les analyses.</a:t>
            </a:r>
            <a:endParaRPr>
              <a:solidFill>
                <a:schemeClr val="dk2"/>
              </a:solidFill>
            </a:endParaRPr>
          </a:p>
        </p:txBody>
      </p:sp>
      <p:sp>
        <p:nvSpPr>
          <p:cNvPr id="389" name="Google Shape;389;p9"/>
          <p:cNvSpPr txBox="1"/>
          <p:nvPr/>
        </p:nvSpPr>
        <p:spPr>
          <a:xfrm>
            <a:off x="382961" y="2365400"/>
            <a:ext cx="2479800" cy="701100"/>
          </a:xfrm>
          <a:prstGeom prst="rect">
            <a:avLst/>
          </a:prstGeom>
          <a:noFill/>
          <a:ln>
            <a:noFill/>
          </a:ln>
        </p:spPr>
        <p:txBody>
          <a:bodyPr anchorCtr="0" anchor="t" bIns="0" lIns="0" spcFirstLastPara="1" rIns="0" wrap="square" tIns="0">
            <a:spAutoFit/>
          </a:bodyPr>
          <a:lstStyle/>
          <a:p>
            <a:pPr indent="348615" lvl="0" marL="12700" marR="5080" rtl="0" algn="l">
              <a:lnSpc>
                <a:spcPct val="101800"/>
              </a:lnSpc>
              <a:spcBef>
                <a:spcPts val="0"/>
              </a:spcBef>
              <a:spcAft>
                <a:spcPts val="0"/>
              </a:spcAft>
              <a:buNone/>
            </a:pPr>
            <a:r>
              <a:rPr b="1" lang="fr-FR" sz="1500">
                <a:solidFill>
                  <a:schemeClr val="dk1"/>
                </a:solidFill>
                <a:latin typeface="Arial"/>
                <a:ea typeface="Arial"/>
                <a:cs typeface="Arial"/>
                <a:sym typeface="Arial"/>
              </a:rPr>
              <a:t>Données chargées </a:t>
            </a:r>
            <a:r>
              <a:rPr lang="fr-FR" sz="1500">
                <a:solidFill>
                  <a:schemeClr val="dk2"/>
                </a:solidFill>
                <a:latin typeface="Arial"/>
                <a:ea typeface="Arial"/>
                <a:cs typeface="Arial"/>
                <a:sym typeface="Arial"/>
              </a:rPr>
              <a:t>Affichage des informations stockées après intégration.</a:t>
            </a:r>
            <a:endParaRPr>
              <a:solidFill>
                <a:schemeClr val="dk2"/>
              </a:solidFill>
            </a:endParaRPr>
          </a:p>
        </p:txBody>
      </p:sp>
      <p:sp>
        <p:nvSpPr>
          <p:cNvPr id="390" name="Google Shape;390;p9"/>
          <p:cNvSpPr txBox="1"/>
          <p:nvPr/>
        </p:nvSpPr>
        <p:spPr>
          <a:xfrm>
            <a:off x="7345350" y="2375273"/>
            <a:ext cx="3043500" cy="696900"/>
          </a:xfrm>
          <a:prstGeom prst="rect">
            <a:avLst/>
          </a:prstGeom>
          <a:noFill/>
          <a:ln>
            <a:noFill/>
          </a:ln>
        </p:spPr>
        <p:txBody>
          <a:bodyPr anchorCtr="0" anchor="t" bIns="0" lIns="0" spcFirstLastPara="1" rIns="0" wrap="square" tIns="0">
            <a:spAutoFit/>
          </a:bodyPr>
          <a:lstStyle/>
          <a:p>
            <a:pPr indent="0" lvl="0" marL="13334" marR="0" rtl="0" algn="ctr">
              <a:lnSpc>
                <a:spcPct val="100000"/>
              </a:lnSpc>
              <a:spcBef>
                <a:spcPts val="0"/>
              </a:spcBef>
              <a:spcAft>
                <a:spcPts val="0"/>
              </a:spcAft>
              <a:buNone/>
            </a:pPr>
            <a:r>
              <a:rPr b="1" lang="fr-FR" sz="1500">
                <a:solidFill>
                  <a:schemeClr val="dk1"/>
                </a:solidFill>
                <a:latin typeface="Arial"/>
                <a:ea typeface="Arial"/>
                <a:cs typeface="Arial"/>
                <a:sym typeface="Arial"/>
              </a:rPr>
              <a:t>Contrôle qualité</a:t>
            </a:r>
            <a:endParaRPr sz="1500">
              <a:solidFill>
                <a:schemeClr val="dk1"/>
              </a:solidFill>
              <a:latin typeface="Arial"/>
              <a:ea typeface="Arial"/>
              <a:cs typeface="Arial"/>
              <a:sym typeface="Arial"/>
            </a:endParaRPr>
          </a:p>
          <a:p>
            <a:pPr indent="0" lvl="0" marL="12700" marR="5080" rtl="0" algn="ctr">
              <a:lnSpc>
                <a:spcPct val="101800"/>
              </a:lnSpc>
              <a:spcBef>
                <a:spcPts val="0"/>
              </a:spcBef>
              <a:spcAft>
                <a:spcPts val="0"/>
              </a:spcAft>
              <a:buNone/>
            </a:pPr>
            <a:r>
              <a:rPr lang="fr-FR" sz="1500">
                <a:solidFill>
                  <a:schemeClr val="dk2"/>
                </a:solidFill>
                <a:latin typeface="Arial"/>
                <a:ea typeface="Arial"/>
                <a:cs typeface="Arial"/>
                <a:sym typeface="Arial"/>
              </a:rPr>
              <a:t>Vérification de la cohérence et de l'intégrité des données.</a:t>
            </a:r>
            <a:endParaRPr>
              <a:solidFill>
                <a:schemeClr val="dk2"/>
              </a:solidFill>
            </a:endParaRPr>
          </a:p>
        </p:txBody>
      </p:sp>
      <p:pic>
        <p:nvPicPr>
          <p:cNvPr id="391" name="Google Shape;391;p9"/>
          <p:cNvPicPr preferRelativeResize="0"/>
          <p:nvPr/>
        </p:nvPicPr>
        <p:blipFill rotWithShape="1">
          <a:blip r:embed="rId3">
            <a:alphaModFix/>
          </a:blip>
          <a:srcRect b="0" l="0" r="0" t="0"/>
          <a:stretch/>
        </p:blipFill>
        <p:spPr>
          <a:xfrm>
            <a:off x="1421764" y="3491772"/>
            <a:ext cx="7848600" cy="31628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395" name="Shape 395"/>
        <p:cNvGrpSpPr/>
        <p:nvPr/>
      </p:nvGrpSpPr>
      <p:grpSpPr>
        <a:xfrm>
          <a:off x="0" y="0"/>
          <a:ext cx="0" cy="0"/>
          <a:chOff x="0" y="0"/>
          <a:chExt cx="0" cy="0"/>
        </a:xfrm>
      </p:grpSpPr>
      <p:sp>
        <p:nvSpPr>
          <p:cNvPr id="396" name="Google Shape;396;p10"/>
          <p:cNvSpPr/>
          <p:nvPr/>
        </p:nvSpPr>
        <p:spPr>
          <a:xfrm>
            <a:off x="5519651" y="2527069"/>
            <a:ext cx="4921134" cy="277645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0"/>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0"/>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0"/>
          <p:cNvSpPr txBox="1"/>
          <p:nvPr>
            <p:ph type="title"/>
          </p:nvPr>
        </p:nvSpPr>
        <p:spPr>
          <a:xfrm>
            <a:off x="485761" y="1050204"/>
            <a:ext cx="9721800" cy="400200"/>
          </a:xfrm>
          <a:prstGeom prst="rect">
            <a:avLst/>
          </a:prstGeom>
          <a:noFill/>
          <a:ln>
            <a:noFill/>
          </a:ln>
        </p:spPr>
        <p:txBody>
          <a:bodyPr anchorCtr="0" anchor="t" bIns="0" lIns="0" spcFirstLastPara="1" rIns="0" wrap="square" tIns="0">
            <a:spAutoFit/>
          </a:bodyPr>
          <a:lstStyle/>
          <a:p>
            <a:pPr indent="0" lvl="0" marL="0" rtl="0" algn="l">
              <a:lnSpc>
                <a:spcPct val="119038"/>
              </a:lnSpc>
              <a:spcBef>
                <a:spcPts val="0"/>
              </a:spcBef>
              <a:spcAft>
                <a:spcPts val="0"/>
              </a:spcAft>
              <a:buNone/>
            </a:pPr>
            <a:r>
              <a:rPr lang="fr-FR" sz="2600">
                <a:solidFill>
                  <a:srgbClr val="1F2828"/>
                </a:solidFill>
              </a:rPr>
              <a:t>Contrôle de la cohérence des données</a:t>
            </a:r>
            <a:endParaRPr sz="2600"/>
          </a:p>
        </p:txBody>
      </p:sp>
      <p:sp>
        <p:nvSpPr>
          <p:cNvPr id="400" name="Google Shape;400;p10"/>
          <p:cNvSpPr txBox="1"/>
          <p:nvPr/>
        </p:nvSpPr>
        <p:spPr>
          <a:xfrm>
            <a:off x="485030" y="1600475"/>
            <a:ext cx="4219200" cy="284700"/>
          </a:xfrm>
          <a:prstGeom prst="rect">
            <a:avLst/>
          </a:prstGeom>
          <a:noFill/>
          <a:ln>
            <a:noFill/>
          </a:ln>
        </p:spPr>
        <p:txBody>
          <a:bodyPr anchorCtr="0" anchor="t" bIns="0" lIns="0" spcFirstLastPara="1" rIns="0" wrap="square" tIns="0">
            <a:spAutoFit/>
          </a:bodyPr>
          <a:lstStyle/>
          <a:p>
            <a:pPr indent="0" lvl="0" marL="12700" marR="0" rtl="0" algn="l">
              <a:lnSpc>
                <a:spcPct val="118918"/>
              </a:lnSpc>
              <a:spcBef>
                <a:spcPts val="0"/>
              </a:spcBef>
              <a:spcAft>
                <a:spcPts val="0"/>
              </a:spcAft>
              <a:buNone/>
            </a:pPr>
            <a:r>
              <a:rPr b="1" lang="fr-FR" sz="1850">
                <a:solidFill>
                  <a:srgbClr val="646464"/>
                </a:solidFill>
                <a:latin typeface="Montserrat"/>
                <a:ea typeface="Montserrat"/>
                <a:cs typeface="Montserrat"/>
                <a:sym typeface="Montserrat"/>
              </a:rPr>
              <a:t>Vérifications et corrections</a:t>
            </a:r>
            <a:endParaRPr b="1" sz="1850">
              <a:solidFill>
                <a:schemeClr val="dk1"/>
              </a:solidFill>
              <a:latin typeface="Montserrat"/>
              <a:ea typeface="Montserrat"/>
              <a:cs typeface="Montserrat"/>
              <a:sym typeface="Montserrat"/>
            </a:endParaRPr>
          </a:p>
        </p:txBody>
      </p:sp>
      <p:sp>
        <p:nvSpPr>
          <p:cNvPr id="401" name="Google Shape;401;p10"/>
          <p:cNvSpPr txBox="1"/>
          <p:nvPr/>
        </p:nvSpPr>
        <p:spPr>
          <a:xfrm>
            <a:off x="264814" y="3123605"/>
            <a:ext cx="4439400" cy="1895100"/>
          </a:xfrm>
          <a:prstGeom prst="rect">
            <a:avLst/>
          </a:prstGeom>
          <a:noFill/>
          <a:ln>
            <a:noFill/>
          </a:ln>
        </p:spPr>
        <p:txBody>
          <a:bodyPr anchorCtr="0" anchor="t" bIns="0" lIns="0" spcFirstLastPara="1" rIns="0" wrap="square" tIns="0">
            <a:spAutoFit/>
          </a:bodyPr>
          <a:lstStyle/>
          <a:p>
            <a:pPr indent="-317500" lvl="0" marL="457200" marR="133985" rtl="0" algn="l">
              <a:lnSpc>
                <a:spcPct val="101200"/>
              </a:lnSpc>
              <a:spcBef>
                <a:spcPts val="0"/>
              </a:spcBef>
              <a:spcAft>
                <a:spcPts val="0"/>
              </a:spcAft>
              <a:buClr>
                <a:schemeClr val="dk1"/>
              </a:buClr>
              <a:buSzPts val="1400"/>
              <a:buChar char="●"/>
            </a:pPr>
            <a:r>
              <a:rPr b="1" lang="fr-FR" sz="1550">
                <a:solidFill>
                  <a:schemeClr val="dk1"/>
                </a:solidFill>
              </a:rPr>
              <a:t>Modification du type de variable</a:t>
            </a:r>
            <a:r>
              <a:rPr b="1" lang="fr-FR" sz="1550">
                <a:solidFill>
                  <a:schemeClr val="dk1"/>
                </a:solidFill>
                <a:latin typeface="Arial"/>
                <a:ea typeface="Arial"/>
                <a:cs typeface="Arial"/>
                <a:sym typeface="Arial"/>
              </a:rPr>
              <a:t>: </a:t>
            </a:r>
            <a:r>
              <a:rPr lang="fr-FR" sz="1550">
                <a:solidFill>
                  <a:schemeClr val="dk2"/>
                </a:solidFill>
              </a:rPr>
              <a:t>optimisation performance de la BDD</a:t>
            </a:r>
            <a:r>
              <a:rPr lang="fr-FR" sz="1500">
                <a:solidFill>
                  <a:schemeClr val="dk2"/>
                </a:solidFill>
                <a:latin typeface="Arial"/>
                <a:ea typeface="Arial"/>
                <a:cs typeface="Arial"/>
                <a:sym typeface="Arial"/>
              </a:rPr>
              <a:t>.</a:t>
            </a:r>
            <a:endParaRPr>
              <a:solidFill>
                <a:schemeClr val="dk2"/>
              </a:solidFill>
            </a:endParaRPr>
          </a:p>
          <a:p>
            <a:pPr indent="0" lvl="0" marL="457200" marR="0" rtl="0" algn="l">
              <a:lnSpc>
                <a:spcPct val="100000"/>
              </a:lnSpc>
              <a:spcBef>
                <a:spcPts val="6"/>
              </a:spcBef>
              <a:spcAft>
                <a:spcPts val="0"/>
              </a:spcAft>
              <a:buNone/>
            </a:pPr>
            <a:r>
              <a:t/>
            </a:r>
            <a:endParaRPr sz="1950">
              <a:solidFill>
                <a:schemeClr val="dk1"/>
              </a:solidFill>
              <a:latin typeface="Times New Roman"/>
              <a:ea typeface="Times New Roman"/>
              <a:cs typeface="Times New Roman"/>
              <a:sym typeface="Times New Roman"/>
            </a:endParaRPr>
          </a:p>
          <a:p>
            <a:pPr indent="-317500" lvl="0" marL="457200" marR="5080" rtl="0" algn="l">
              <a:lnSpc>
                <a:spcPct val="101200"/>
              </a:lnSpc>
              <a:spcBef>
                <a:spcPts val="0"/>
              </a:spcBef>
              <a:spcAft>
                <a:spcPts val="0"/>
              </a:spcAft>
              <a:buClr>
                <a:schemeClr val="dk1"/>
              </a:buClr>
              <a:buSzPts val="1400"/>
              <a:buChar char="●"/>
            </a:pPr>
            <a:r>
              <a:rPr b="1" lang="fr-FR" sz="1550">
                <a:solidFill>
                  <a:schemeClr val="dk1"/>
                </a:solidFill>
                <a:latin typeface="Arial"/>
                <a:ea typeface="Arial"/>
                <a:cs typeface="Arial"/>
                <a:sym typeface="Arial"/>
              </a:rPr>
              <a:t>Validation des clés étrangères:</a:t>
            </a:r>
            <a:r>
              <a:rPr lang="fr-FR" sz="1500">
                <a:solidFill>
                  <a:schemeClr val="dk2"/>
                </a:solidFill>
                <a:latin typeface="Arial"/>
                <a:ea typeface="Arial"/>
                <a:cs typeface="Arial"/>
                <a:sym typeface="Arial"/>
              </a:rPr>
              <a:t>Vérification de la correspondance des relations entre tables.</a:t>
            </a:r>
            <a:endParaRPr>
              <a:solidFill>
                <a:schemeClr val="dk2"/>
              </a:solidFill>
            </a:endParaRPr>
          </a:p>
          <a:p>
            <a:pPr indent="0" lvl="0" marL="457200" marR="0" rtl="0" algn="l">
              <a:lnSpc>
                <a:spcPct val="100000"/>
              </a:lnSpc>
              <a:spcBef>
                <a:spcPts val="18"/>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marR="363855" rtl="0" algn="l">
              <a:lnSpc>
                <a:spcPct val="101200"/>
              </a:lnSpc>
              <a:spcBef>
                <a:spcPts val="0"/>
              </a:spcBef>
              <a:spcAft>
                <a:spcPts val="0"/>
              </a:spcAft>
              <a:buNone/>
            </a:pPr>
            <a:r>
              <a:t/>
            </a:r>
            <a:endParaRPr/>
          </a:p>
        </p:txBody>
      </p:sp>
      <p:sp>
        <p:nvSpPr>
          <p:cNvPr id="402" name="Google Shape;402;p10"/>
          <p:cNvSpPr txBox="1"/>
          <p:nvPr/>
        </p:nvSpPr>
        <p:spPr>
          <a:xfrm>
            <a:off x="8112224" y="5395592"/>
            <a:ext cx="2327910" cy="15875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fr-FR" sz="1050">
                <a:solidFill>
                  <a:srgbClr val="828282"/>
                </a:solidFill>
                <a:latin typeface="Arial"/>
                <a:ea typeface="Arial"/>
                <a:cs typeface="Arial"/>
                <a:sym typeface="Arial"/>
              </a:rPr>
              <a:t>Photo by Markus Spiske on Unsplash</a:t>
            </a:r>
            <a:endParaRPr sz="105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11"/>
          <p:cNvSpPr txBox="1"/>
          <p:nvPr/>
        </p:nvSpPr>
        <p:spPr>
          <a:xfrm>
            <a:off x="452524" y="1045800"/>
            <a:ext cx="4629600" cy="903000"/>
          </a:xfrm>
          <a:prstGeom prst="rect">
            <a:avLst/>
          </a:prstGeom>
          <a:noFill/>
          <a:ln>
            <a:noFill/>
          </a:ln>
        </p:spPr>
        <p:txBody>
          <a:bodyPr anchorCtr="0" anchor="t" bIns="0" lIns="0" spcFirstLastPara="1" rIns="0" wrap="square" tIns="0">
            <a:spAutoFit/>
          </a:bodyPr>
          <a:lstStyle/>
          <a:p>
            <a:pPr indent="0" lvl="0" marL="29209" marR="0" rtl="0" algn="l">
              <a:lnSpc>
                <a:spcPct val="100000"/>
              </a:lnSpc>
              <a:spcBef>
                <a:spcPts val="0"/>
              </a:spcBef>
              <a:spcAft>
                <a:spcPts val="0"/>
              </a:spcAft>
              <a:buNone/>
            </a:pPr>
            <a:r>
              <a:rPr b="1" lang="fr-FR" sz="2550">
                <a:solidFill>
                  <a:srgbClr val="21282A"/>
                </a:solidFill>
                <a:latin typeface="Arial"/>
                <a:ea typeface="Arial"/>
                <a:cs typeface="Arial"/>
                <a:sym typeface="Arial"/>
              </a:rPr>
              <a:t>Stratégie d'analyse SQL</a:t>
            </a:r>
            <a:endParaRPr sz="2550">
              <a:solidFill>
                <a:schemeClr val="dk1"/>
              </a:solidFill>
              <a:latin typeface="Arial"/>
              <a:ea typeface="Arial"/>
              <a:cs typeface="Arial"/>
              <a:sym typeface="Arial"/>
            </a:endParaRPr>
          </a:p>
          <a:p>
            <a:pPr indent="0" lvl="0" marL="12700" marR="0" rtl="0" algn="l">
              <a:lnSpc>
                <a:spcPct val="100000"/>
              </a:lnSpc>
              <a:spcBef>
                <a:spcPts val="1760"/>
              </a:spcBef>
              <a:spcAft>
                <a:spcPts val="0"/>
              </a:spcAft>
              <a:buNone/>
            </a:pPr>
            <a:r>
              <a:rPr b="1" lang="fr-FR" sz="1850">
                <a:solidFill>
                  <a:srgbClr val="6B6B6B"/>
                </a:solidFill>
                <a:latin typeface="Montserrat"/>
                <a:ea typeface="Montserrat"/>
                <a:cs typeface="Montserrat"/>
                <a:sym typeface="Montserrat"/>
              </a:rPr>
              <a:t>Approche et objectifs des requêtes</a:t>
            </a:r>
            <a:endParaRPr b="1" sz="1850">
              <a:solidFill>
                <a:schemeClr val="dk1"/>
              </a:solidFill>
              <a:latin typeface="Montserrat"/>
              <a:ea typeface="Montserrat"/>
              <a:cs typeface="Montserrat"/>
              <a:sym typeface="Montserrat"/>
            </a:endParaRPr>
          </a:p>
        </p:txBody>
      </p:sp>
      <p:sp>
        <p:nvSpPr>
          <p:cNvPr id="408" name="Google Shape;408;p11"/>
          <p:cNvSpPr txBox="1"/>
          <p:nvPr/>
        </p:nvSpPr>
        <p:spPr>
          <a:xfrm>
            <a:off x="3670300" y="3019425"/>
            <a:ext cx="3021900" cy="941700"/>
          </a:xfrm>
          <a:prstGeom prst="rect">
            <a:avLst/>
          </a:prstGeom>
          <a:noFill/>
          <a:ln>
            <a:noFill/>
          </a:ln>
        </p:spPr>
        <p:txBody>
          <a:bodyPr anchorCtr="0" anchor="t" bIns="0" lIns="0" spcFirstLastPara="1" rIns="0" wrap="square" tIns="0">
            <a:spAutoFit/>
          </a:bodyPr>
          <a:lstStyle/>
          <a:p>
            <a:pPr indent="-11430" lvl="0" marL="12700" marR="5080" rtl="0" algn="ctr">
              <a:lnSpc>
                <a:spcPct val="101499"/>
              </a:lnSpc>
              <a:spcBef>
                <a:spcPts val="0"/>
              </a:spcBef>
              <a:spcAft>
                <a:spcPts val="0"/>
              </a:spcAft>
              <a:buNone/>
            </a:pPr>
            <a:r>
              <a:rPr b="1" lang="fr-FR" sz="1550">
                <a:solidFill>
                  <a:schemeClr val="dk1"/>
                </a:solidFill>
                <a:latin typeface="Arial"/>
                <a:ea typeface="Arial"/>
                <a:cs typeface="Arial"/>
                <a:sym typeface="Arial"/>
              </a:rPr>
              <a:t>Segmentation des données </a:t>
            </a:r>
            <a:r>
              <a:rPr lang="fr-FR" sz="1500">
                <a:solidFill>
                  <a:schemeClr val="dk2"/>
                </a:solidFill>
                <a:latin typeface="Arial"/>
                <a:ea typeface="Arial"/>
                <a:cs typeface="Arial"/>
                <a:sym typeface="Arial"/>
              </a:rPr>
              <a:t>Filtrage des produits par catégories, et informations magasins.</a:t>
            </a:r>
            <a:endParaRPr>
              <a:solidFill>
                <a:schemeClr val="dk2"/>
              </a:solidFill>
            </a:endParaRPr>
          </a:p>
        </p:txBody>
      </p:sp>
      <p:sp>
        <p:nvSpPr>
          <p:cNvPr id="409" name="Google Shape;409;p11"/>
          <p:cNvSpPr txBox="1"/>
          <p:nvPr/>
        </p:nvSpPr>
        <p:spPr>
          <a:xfrm>
            <a:off x="296697" y="3019425"/>
            <a:ext cx="2937000" cy="707400"/>
          </a:xfrm>
          <a:prstGeom prst="rect">
            <a:avLst/>
          </a:prstGeom>
          <a:noFill/>
          <a:ln>
            <a:noFill/>
          </a:ln>
        </p:spPr>
        <p:txBody>
          <a:bodyPr anchorCtr="0" anchor="t" bIns="0" lIns="0" spcFirstLastPara="1" rIns="0" wrap="square" tIns="0">
            <a:spAutoFit/>
          </a:bodyPr>
          <a:lstStyle/>
          <a:p>
            <a:pPr indent="-12065" lvl="0" marL="12065" marR="5080" rtl="0" algn="ctr">
              <a:lnSpc>
                <a:spcPct val="101499"/>
              </a:lnSpc>
              <a:spcBef>
                <a:spcPts val="0"/>
              </a:spcBef>
              <a:spcAft>
                <a:spcPts val="0"/>
              </a:spcAft>
              <a:buNone/>
            </a:pPr>
            <a:r>
              <a:rPr b="1" lang="fr-FR" sz="1550">
                <a:solidFill>
                  <a:schemeClr val="dk1"/>
                </a:solidFill>
                <a:latin typeface="Arial"/>
                <a:ea typeface="Arial"/>
                <a:cs typeface="Arial"/>
                <a:sym typeface="Arial"/>
              </a:rPr>
              <a:t>Identification des tendances </a:t>
            </a:r>
            <a:r>
              <a:rPr lang="fr-FR" sz="1500">
                <a:solidFill>
                  <a:schemeClr val="dk2"/>
                </a:solidFill>
                <a:latin typeface="Arial"/>
                <a:ea typeface="Arial"/>
                <a:cs typeface="Arial"/>
                <a:sym typeface="Arial"/>
              </a:rPr>
              <a:t>Analyse des retours clients pour dégager des motifs récurrents.</a:t>
            </a:r>
            <a:endParaRPr>
              <a:solidFill>
                <a:schemeClr val="dk2"/>
              </a:solidFill>
            </a:endParaRPr>
          </a:p>
        </p:txBody>
      </p:sp>
      <p:sp>
        <p:nvSpPr>
          <p:cNvPr id="410" name="Google Shape;410;p11"/>
          <p:cNvSpPr txBox="1"/>
          <p:nvPr/>
        </p:nvSpPr>
        <p:spPr>
          <a:xfrm>
            <a:off x="7128993" y="3019425"/>
            <a:ext cx="2764800" cy="1077900"/>
          </a:xfrm>
          <a:prstGeom prst="rect">
            <a:avLst/>
          </a:prstGeom>
          <a:noFill/>
          <a:ln>
            <a:noFill/>
          </a:ln>
        </p:spPr>
        <p:txBody>
          <a:bodyPr anchorCtr="0" anchor="t" bIns="0" lIns="0" spcFirstLastPara="1" rIns="0" wrap="square" tIns="0">
            <a:spAutoFit/>
          </a:bodyPr>
          <a:lstStyle/>
          <a:p>
            <a:pPr indent="0" lvl="0" marL="86995" marR="74295" rtl="0" algn="ctr">
              <a:lnSpc>
                <a:spcPct val="118064"/>
              </a:lnSpc>
              <a:spcBef>
                <a:spcPts val="0"/>
              </a:spcBef>
              <a:spcAft>
                <a:spcPts val="0"/>
              </a:spcAft>
              <a:buNone/>
            </a:pPr>
            <a:r>
              <a:rPr b="1" lang="fr-FR" sz="1550">
                <a:solidFill>
                  <a:schemeClr val="dk1"/>
                </a:solidFill>
                <a:latin typeface="Arial"/>
                <a:ea typeface="Arial"/>
                <a:cs typeface="Arial"/>
                <a:sym typeface="Arial"/>
              </a:rPr>
              <a:t>Optimisation de la prise de décision</a:t>
            </a:r>
            <a:endParaRPr sz="1550">
              <a:solidFill>
                <a:schemeClr val="dk1"/>
              </a:solidFill>
              <a:latin typeface="Arial"/>
              <a:ea typeface="Arial"/>
              <a:cs typeface="Arial"/>
              <a:sym typeface="Arial"/>
            </a:endParaRPr>
          </a:p>
          <a:p>
            <a:pPr indent="0" lvl="0" marL="0" marR="0" rtl="0" algn="ctr">
              <a:lnSpc>
                <a:spcPct val="117600"/>
              </a:lnSpc>
              <a:spcBef>
                <a:spcPts val="0"/>
              </a:spcBef>
              <a:spcAft>
                <a:spcPts val="0"/>
              </a:spcAft>
              <a:buNone/>
            </a:pPr>
            <a:r>
              <a:rPr lang="fr-FR" sz="1500">
                <a:solidFill>
                  <a:schemeClr val="dk2"/>
                </a:solidFill>
                <a:latin typeface="Arial"/>
                <a:ea typeface="Arial"/>
                <a:cs typeface="Arial"/>
                <a:sym typeface="Arial"/>
              </a:rPr>
              <a:t>Utilisation des insights pour</a:t>
            </a:r>
            <a:endParaRPr>
              <a:solidFill>
                <a:schemeClr val="dk2"/>
              </a:solidFill>
            </a:endParaRPr>
          </a:p>
          <a:p>
            <a:pPr indent="0" lvl="0" marL="0" marR="0" rtl="0" algn="ctr">
              <a:lnSpc>
                <a:spcPct val="100000"/>
              </a:lnSpc>
              <a:spcBef>
                <a:spcPts val="95"/>
              </a:spcBef>
              <a:spcAft>
                <a:spcPts val="0"/>
              </a:spcAft>
              <a:buNone/>
            </a:pPr>
            <a:r>
              <a:rPr lang="fr-FR" sz="1500">
                <a:solidFill>
                  <a:schemeClr val="dk2"/>
                </a:solidFill>
                <a:latin typeface="Arial"/>
                <a:ea typeface="Arial"/>
                <a:cs typeface="Arial"/>
                <a:sym typeface="Arial"/>
              </a:rPr>
              <a:t>guider les stratégies business.</a:t>
            </a:r>
            <a:endParaRPr>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414" name="Shape 414"/>
        <p:cNvGrpSpPr/>
        <p:nvPr/>
      </p:nvGrpSpPr>
      <p:grpSpPr>
        <a:xfrm>
          <a:off x="0" y="0"/>
          <a:ext cx="0" cy="0"/>
          <a:chOff x="0" y="0"/>
          <a:chExt cx="0" cy="0"/>
        </a:xfrm>
      </p:grpSpPr>
      <p:sp>
        <p:nvSpPr>
          <p:cNvPr id="415" name="Google Shape;415;p12"/>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2"/>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2"/>
          <p:cNvSpPr txBox="1"/>
          <p:nvPr>
            <p:ph type="title"/>
          </p:nvPr>
        </p:nvSpPr>
        <p:spPr>
          <a:xfrm>
            <a:off x="485761" y="1050204"/>
            <a:ext cx="9721800" cy="400200"/>
          </a:xfrm>
          <a:prstGeom prst="rect">
            <a:avLst/>
          </a:prstGeom>
          <a:noFill/>
          <a:ln>
            <a:noFill/>
          </a:ln>
        </p:spPr>
        <p:txBody>
          <a:bodyPr anchorCtr="0" anchor="t" bIns="0" lIns="0" spcFirstLastPara="1" rIns="0" wrap="square" tIns="0">
            <a:spAutoFit/>
          </a:bodyPr>
          <a:lstStyle/>
          <a:p>
            <a:pPr indent="0" lvl="0" marL="12700" rtl="0" algn="l">
              <a:lnSpc>
                <a:spcPct val="119038"/>
              </a:lnSpc>
              <a:spcBef>
                <a:spcPts val="0"/>
              </a:spcBef>
              <a:spcAft>
                <a:spcPts val="0"/>
              </a:spcAft>
              <a:buNone/>
            </a:pPr>
            <a:r>
              <a:rPr lang="fr-FR" sz="2600"/>
              <a:t>Exemple de requête SQL</a:t>
            </a:r>
            <a:endParaRPr/>
          </a:p>
        </p:txBody>
      </p:sp>
      <p:sp>
        <p:nvSpPr>
          <p:cNvPr id="418" name="Google Shape;418;p12"/>
          <p:cNvSpPr txBox="1"/>
          <p:nvPr/>
        </p:nvSpPr>
        <p:spPr>
          <a:xfrm>
            <a:off x="474249" y="1584725"/>
            <a:ext cx="5545800" cy="284700"/>
          </a:xfrm>
          <a:prstGeom prst="rect">
            <a:avLst/>
          </a:prstGeom>
          <a:noFill/>
          <a:ln>
            <a:noFill/>
          </a:ln>
        </p:spPr>
        <p:txBody>
          <a:bodyPr anchorCtr="0" anchor="t" bIns="0" lIns="0" spcFirstLastPara="1" rIns="0" wrap="square" tIns="0">
            <a:spAutoFit/>
          </a:bodyPr>
          <a:lstStyle/>
          <a:p>
            <a:pPr indent="0" lvl="0" marL="12700" marR="0" rtl="0" algn="l">
              <a:lnSpc>
                <a:spcPct val="118918"/>
              </a:lnSpc>
              <a:spcBef>
                <a:spcPts val="0"/>
              </a:spcBef>
              <a:spcAft>
                <a:spcPts val="0"/>
              </a:spcAft>
              <a:buNone/>
            </a:pPr>
            <a:r>
              <a:rPr b="1" lang="fr-FR" sz="1850">
                <a:solidFill>
                  <a:srgbClr val="6E6E6E"/>
                </a:solidFill>
                <a:latin typeface="Montserrat"/>
                <a:ea typeface="Montserrat"/>
                <a:cs typeface="Montserrat"/>
                <a:sym typeface="Montserrat"/>
              </a:rPr>
              <a:t>Calcul de la note moyenne des boissons</a:t>
            </a:r>
            <a:endParaRPr b="1" sz="1850">
              <a:solidFill>
                <a:schemeClr val="dk1"/>
              </a:solidFill>
              <a:latin typeface="Montserrat"/>
              <a:ea typeface="Montserrat"/>
              <a:cs typeface="Montserrat"/>
              <a:sym typeface="Montserrat"/>
            </a:endParaRPr>
          </a:p>
        </p:txBody>
      </p:sp>
      <p:sp>
        <p:nvSpPr>
          <p:cNvPr id="419" name="Google Shape;419;p12"/>
          <p:cNvSpPr txBox="1"/>
          <p:nvPr/>
        </p:nvSpPr>
        <p:spPr>
          <a:xfrm>
            <a:off x="485761" y="2870391"/>
            <a:ext cx="4495200" cy="3324900"/>
          </a:xfrm>
          <a:prstGeom prst="rect">
            <a:avLst/>
          </a:prstGeom>
          <a:noFill/>
          <a:ln>
            <a:noFill/>
          </a:ln>
        </p:spPr>
        <p:txBody>
          <a:bodyPr anchorCtr="0" anchor="t" bIns="0" lIns="0" spcFirstLastPara="1" rIns="0" wrap="square" tIns="0">
            <a:spAutoFit/>
          </a:bodyPr>
          <a:lstStyle/>
          <a:p>
            <a:pPr indent="-285750" lvl="0" marL="285750" marR="0" rtl="0" algn="l">
              <a:spcBef>
                <a:spcPts val="0"/>
              </a:spcBef>
              <a:spcAft>
                <a:spcPts val="0"/>
              </a:spcAft>
              <a:buClr>
                <a:schemeClr val="dk1"/>
              </a:buClr>
              <a:buSzPts val="1400"/>
              <a:buFont typeface="Arial"/>
              <a:buChar char="•"/>
            </a:pPr>
            <a:r>
              <a:rPr b="1" lang="fr-FR" sz="1400">
                <a:solidFill>
                  <a:schemeClr val="dk1"/>
                </a:solidFill>
                <a:latin typeface="Arial"/>
                <a:ea typeface="Arial"/>
                <a:cs typeface="Arial"/>
                <a:sym typeface="Arial"/>
              </a:rPr>
              <a:t>Objectif de la requête: </a:t>
            </a:r>
            <a:r>
              <a:rPr lang="fr-FR" sz="1400">
                <a:solidFill>
                  <a:schemeClr val="dk2"/>
                </a:solidFill>
                <a:latin typeface="Arial"/>
                <a:ea typeface="Arial"/>
                <a:cs typeface="Arial"/>
                <a:sym typeface="Arial"/>
              </a:rPr>
              <a:t>Évaluer la satisfaction des clients sur les produits de la catégorie 'Boissons’ </a:t>
            </a:r>
            <a:r>
              <a:rPr b="0" i="0" lang="fr-FR" sz="1400" u="none" strike="noStrike">
                <a:solidFill>
                  <a:schemeClr val="dk2"/>
                </a:solidFill>
                <a:latin typeface="Arial"/>
                <a:ea typeface="Arial"/>
                <a:cs typeface="Arial"/>
                <a:sym typeface="Arial"/>
              </a:rPr>
              <a:t>en utilisant trois critères d'inclusion différents.</a:t>
            </a:r>
            <a:endParaRPr sz="1400">
              <a:solidFill>
                <a:schemeClr val="dk2"/>
              </a:solidFill>
              <a:latin typeface="Arial"/>
              <a:ea typeface="Arial"/>
              <a:cs typeface="Arial"/>
              <a:sym typeface="Arial"/>
            </a:endParaRPr>
          </a:p>
          <a:p>
            <a:pPr indent="-285750" lvl="0" marL="285750" marR="0" rtl="0" algn="l">
              <a:spcBef>
                <a:spcPts val="2400"/>
              </a:spcBef>
              <a:spcAft>
                <a:spcPts val="0"/>
              </a:spcAft>
              <a:buClr>
                <a:schemeClr val="dk1"/>
              </a:buClr>
              <a:buSzPts val="1400"/>
              <a:buFont typeface="Arial"/>
              <a:buChar char="•"/>
            </a:pPr>
            <a:r>
              <a:rPr b="1" lang="fr-FR" sz="1400">
                <a:solidFill>
                  <a:schemeClr val="dk1"/>
                </a:solidFill>
                <a:latin typeface="Arial"/>
                <a:ea typeface="Arial"/>
                <a:cs typeface="Arial"/>
                <a:sym typeface="Arial"/>
              </a:rPr>
              <a:t>Requête SQL: </a:t>
            </a:r>
            <a:r>
              <a:rPr b="0" i="0" lang="fr-FR" sz="1400" u="none" strike="noStrike">
                <a:solidFill>
                  <a:schemeClr val="dk2"/>
                </a:solidFill>
                <a:latin typeface="Arial"/>
                <a:ea typeface="Arial"/>
                <a:cs typeface="Arial"/>
                <a:sym typeface="Arial"/>
              </a:rPr>
              <a:t>Calculer les moyennes des notes selon trois cas : « boissons seules », « boissons et variantes », et « boissons, variantes et sodas ».</a:t>
            </a:r>
            <a:r>
              <a:rPr lang="fr-FR">
                <a:solidFill>
                  <a:schemeClr val="dk2"/>
                </a:solidFill>
              </a:rPr>
              <a:t> </a:t>
            </a:r>
            <a:r>
              <a:rPr b="0" i="0" lang="fr-FR" sz="1400" u="none" strike="noStrike">
                <a:solidFill>
                  <a:schemeClr val="dk2"/>
                </a:solidFill>
                <a:latin typeface="Arial"/>
                <a:ea typeface="Arial"/>
                <a:cs typeface="Arial"/>
                <a:sym typeface="Arial"/>
              </a:rPr>
              <a:t>Utiliser des conditions CASE pour séparer les calculs dans une seule requête.</a:t>
            </a:r>
            <a:endParaRPr>
              <a:solidFill>
                <a:schemeClr val="dk2"/>
              </a:solidFill>
            </a:endParaRPr>
          </a:p>
          <a:p>
            <a:pPr indent="-196850" lvl="0" marL="285750" marR="0" rtl="0" algn="l">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b="1" lang="fr-FR" sz="1400">
                <a:solidFill>
                  <a:schemeClr val="dk1"/>
                </a:solidFill>
                <a:latin typeface="Arial"/>
                <a:ea typeface="Arial"/>
                <a:cs typeface="Arial"/>
                <a:sym typeface="Arial"/>
              </a:rPr>
              <a:t>Interprétation : </a:t>
            </a:r>
            <a:r>
              <a:rPr b="0" i="0" lang="fr-FR" sz="1400" u="none" strike="noStrike">
                <a:solidFill>
                  <a:schemeClr val="dk2"/>
                </a:solidFill>
                <a:latin typeface="Arial"/>
                <a:ea typeface="Arial"/>
                <a:cs typeface="Arial"/>
                <a:sym typeface="Arial"/>
              </a:rPr>
              <a:t>La requête met en évidence les différences de performance selon l’approche d’inclusion et met en lumière des problématiques d’organisation et d'étiquetage des stocks.</a:t>
            </a:r>
            <a:endParaRPr>
              <a:solidFill>
                <a:schemeClr val="dk2"/>
              </a:solidFill>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pic>
        <p:nvPicPr>
          <p:cNvPr id="420" name="Google Shape;420;p12"/>
          <p:cNvPicPr preferRelativeResize="0"/>
          <p:nvPr/>
        </p:nvPicPr>
        <p:blipFill rotWithShape="1">
          <a:blip r:embed="rId3">
            <a:alphaModFix/>
          </a:blip>
          <a:srcRect b="0" l="0" r="0" t="0"/>
          <a:stretch/>
        </p:blipFill>
        <p:spPr>
          <a:xfrm>
            <a:off x="5118100" y="2870391"/>
            <a:ext cx="5413358" cy="7858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13"/>
          <p:cNvSpPr txBox="1"/>
          <p:nvPr/>
        </p:nvSpPr>
        <p:spPr>
          <a:xfrm>
            <a:off x="469150" y="1040675"/>
            <a:ext cx="7608000" cy="901200"/>
          </a:xfrm>
          <a:prstGeom prst="rect">
            <a:avLst/>
          </a:prstGeom>
          <a:noFill/>
          <a:ln>
            <a:noFill/>
          </a:ln>
        </p:spPr>
        <p:txBody>
          <a:bodyPr anchorCtr="0" anchor="t" bIns="0" lIns="0" spcFirstLastPara="1" rIns="0" wrap="square" tIns="0">
            <a:spAutoFit/>
          </a:bodyPr>
          <a:lstStyle/>
          <a:p>
            <a:pPr indent="0" lvl="0" marL="29209" marR="0" rtl="0" algn="l">
              <a:lnSpc>
                <a:spcPct val="100000"/>
              </a:lnSpc>
              <a:spcBef>
                <a:spcPts val="0"/>
              </a:spcBef>
              <a:spcAft>
                <a:spcPts val="0"/>
              </a:spcAft>
              <a:buNone/>
            </a:pPr>
            <a:r>
              <a:rPr b="1" lang="fr-FR" sz="2600">
                <a:solidFill>
                  <a:srgbClr val="1F2628"/>
                </a:solidFill>
                <a:latin typeface="Arial"/>
                <a:ea typeface="Arial"/>
                <a:cs typeface="Arial"/>
                <a:sym typeface="Arial"/>
              </a:rPr>
              <a:t>Exemple de requête SQL</a:t>
            </a:r>
            <a:endParaRPr sz="2600">
              <a:solidFill>
                <a:schemeClr val="dk1"/>
              </a:solidFill>
              <a:latin typeface="Arial"/>
              <a:ea typeface="Arial"/>
              <a:cs typeface="Arial"/>
              <a:sym typeface="Arial"/>
            </a:endParaRPr>
          </a:p>
          <a:p>
            <a:pPr indent="0" lvl="0" marL="12700" marR="0" rtl="0" algn="l">
              <a:lnSpc>
                <a:spcPct val="100000"/>
              </a:lnSpc>
              <a:spcBef>
                <a:spcPts val="1685"/>
              </a:spcBef>
              <a:spcAft>
                <a:spcPts val="0"/>
              </a:spcAft>
              <a:buNone/>
            </a:pPr>
            <a:r>
              <a:rPr b="1" lang="fr-FR" sz="1850">
                <a:solidFill>
                  <a:srgbClr val="6E6E6E"/>
                </a:solidFill>
                <a:latin typeface="Montserrat"/>
                <a:ea typeface="Montserrat"/>
                <a:cs typeface="Montserrat"/>
                <a:sym typeface="Montserrat"/>
              </a:rPr>
              <a:t>Classement des jours de la semaine par expérience client</a:t>
            </a:r>
            <a:endParaRPr b="1" sz="1850">
              <a:solidFill>
                <a:schemeClr val="dk1"/>
              </a:solidFill>
              <a:latin typeface="Montserrat"/>
              <a:ea typeface="Montserrat"/>
              <a:cs typeface="Montserrat"/>
              <a:sym typeface="Montserrat"/>
            </a:endParaRPr>
          </a:p>
        </p:txBody>
      </p:sp>
      <p:sp>
        <p:nvSpPr>
          <p:cNvPr id="426" name="Google Shape;426;p13"/>
          <p:cNvSpPr txBox="1"/>
          <p:nvPr/>
        </p:nvSpPr>
        <p:spPr>
          <a:xfrm>
            <a:off x="317500" y="2731403"/>
            <a:ext cx="4323300" cy="3842400"/>
          </a:xfrm>
          <a:prstGeom prst="rect">
            <a:avLst/>
          </a:prstGeom>
          <a:noFill/>
          <a:ln>
            <a:noFill/>
          </a:ln>
        </p:spPr>
        <p:txBody>
          <a:bodyPr anchorCtr="0" anchor="t" bIns="0" lIns="0" spcFirstLastPara="1" rIns="0" wrap="square" tIns="0">
            <a:spAutoFit/>
          </a:bodyPr>
          <a:lstStyle/>
          <a:p>
            <a:pPr indent="-285750" lvl="0" marL="347980" marR="0" rtl="0" algn="l">
              <a:lnSpc>
                <a:spcPct val="100000"/>
              </a:lnSpc>
              <a:spcBef>
                <a:spcPts val="0"/>
              </a:spcBef>
              <a:spcAft>
                <a:spcPts val="0"/>
              </a:spcAft>
              <a:buClr>
                <a:schemeClr val="dk1"/>
              </a:buClr>
              <a:buSzPts val="1600"/>
              <a:buFont typeface="Arial"/>
              <a:buChar char="•"/>
            </a:pPr>
            <a:r>
              <a:rPr b="1" lang="fr-FR" sz="1600">
                <a:solidFill>
                  <a:schemeClr val="dk1"/>
                </a:solidFill>
                <a:latin typeface="Arial"/>
                <a:ea typeface="Arial"/>
                <a:cs typeface="Arial"/>
                <a:sym typeface="Arial"/>
              </a:rPr>
              <a:t>Objectif de la requête : </a:t>
            </a:r>
            <a:r>
              <a:rPr lang="fr-FR" sz="1600">
                <a:solidFill>
                  <a:schemeClr val="dk2"/>
                </a:solidFill>
                <a:latin typeface="Arial"/>
                <a:ea typeface="Arial"/>
                <a:cs typeface="Arial"/>
                <a:sym typeface="Arial"/>
              </a:rPr>
              <a:t>Identifier les jours offrant la meilleure expérience client en magasin.</a:t>
            </a:r>
            <a:endParaRPr sz="1600">
              <a:solidFill>
                <a:schemeClr val="dk2"/>
              </a:solidFill>
              <a:latin typeface="Arial"/>
              <a:ea typeface="Arial"/>
              <a:cs typeface="Arial"/>
              <a:sym typeface="Arial"/>
            </a:endParaRPr>
          </a:p>
          <a:p>
            <a:pPr indent="-285750" lvl="0" marL="285750" marR="0" rtl="0" algn="l">
              <a:lnSpc>
                <a:spcPct val="100000"/>
              </a:lnSpc>
              <a:spcBef>
                <a:spcPts val="1545"/>
              </a:spcBef>
              <a:spcAft>
                <a:spcPts val="0"/>
              </a:spcAft>
              <a:buClr>
                <a:schemeClr val="dk1"/>
              </a:buClr>
              <a:buSzPts val="1600"/>
              <a:buFont typeface="Arial"/>
              <a:buChar char="•"/>
            </a:pPr>
            <a:r>
              <a:rPr b="1" lang="fr-FR" sz="1600">
                <a:solidFill>
                  <a:schemeClr val="dk1"/>
                </a:solidFill>
                <a:latin typeface="Arial"/>
                <a:ea typeface="Arial"/>
                <a:cs typeface="Arial"/>
                <a:sym typeface="Arial"/>
              </a:rPr>
              <a:t>Requête SQL : </a:t>
            </a:r>
            <a:r>
              <a:rPr lang="fr-FR" sz="1600">
                <a:solidFill>
                  <a:schemeClr val="dk2"/>
                </a:solidFill>
                <a:latin typeface="Arial"/>
                <a:ea typeface="Arial"/>
                <a:cs typeface="Arial"/>
                <a:sym typeface="Arial"/>
              </a:rPr>
              <a:t>Utilisation de DAYNAME() et</a:t>
            </a:r>
            <a:r>
              <a:rPr lang="fr-FR" sz="1600">
                <a:solidFill>
                  <a:schemeClr val="dk2"/>
                </a:solidFill>
              </a:rPr>
              <a:t> </a:t>
            </a:r>
            <a:r>
              <a:rPr lang="fr-FR" sz="1600">
                <a:solidFill>
                  <a:schemeClr val="dk2"/>
                </a:solidFill>
                <a:latin typeface="Arial"/>
                <a:ea typeface="Arial"/>
                <a:cs typeface="Arial"/>
                <a:sym typeface="Arial"/>
              </a:rPr>
              <a:t>AVG() pour classer les jours.</a:t>
            </a:r>
            <a:endParaRPr>
              <a:solidFill>
                <a:schemeClr val="dk2"/>
              </a:solidFill>
            </a:endParaRPr>
          </a:p>
          <a:p>
            <a:pPr indent="-184150" lvl="0" marL="298450" marR="5080" rtl="0" algn="l">
              <a:lnSpc>
                <a:spcPct val="114374"/>
              </a:lnSpc>
              <a:spcBef>
                <a:spcPts val="55"/>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285750" lvl="0" marL="285750" marR="0" rtl="0" algn="l">
              <a:spcBef>
                <a:spcPts val="1200"/>
              </a:spcBef>
              <a:spcAft>
                <a:spcPts val="0"/>
              </a:spcAft>
              <a:buClr>
                <a:schemeClr val="dk1"/>
              </a:buClr>
              <a:buSzPts val="1600"/>
              <a:buFont typeface="Arial"/>
              <a:buChar char="•"/>
            </a:pPr>
            <a:r>
              <a:rPr b="1" lang="fr-FR" sz="1600">
                <a:solidFill>
                  <a:schemeClr val="dk1"/>
                </a:solidFill>
                <a:latin typeface="Arial"/>
                <a:ea typeface="Arial"/>
                <a:cs typeface="Arial"/>
                <a:sym typeface="Arial"/>
              </a:rPr>
              <a:t>Interprétation des résultats : </a:t>
            </a:r>
            <a:r>
              <a:rPr b="0" i="0" lang="fr-FR" sz="1600" u="none" strike="noStrike">
                <a:solidFill>
                  <a:srgbClr val="333333"/>
                </a:solidFill>
                <a:latin typeface="Arial"/>
                <a:ea typeface="Arial"/>
                <a:cs typeface="Arial"/>
                <a:sym typeface="Arial"/>
              </a:rPr>
              <a:t>Le </a:t>
            </a:r>
            <a:r>
              <a:rPr lang="fr-FR" sz="1600">
                <a:solidFill>
                  <a:srgbClr val="333333"/>
                </a:solidFill>
              </a:rPr>
              <a:t>samedi</a:t>
            </a:r>
            <a:r>
              <a:rPr b="0" i="0" lang="fr-FR" sz="1600" u="none" strike="noStrike">
                <a:solidFill>
                  <a:srgbClr val="333333"/>
                </a:solidFill>
                <a:latin typeface="Arial"/>
                <a:ea typeface="Arial"/>
                <a:cs typeface="Arial"/>
                <a:sym typeface="Arial"/>
              </a:rPr>
              <a:t> est le jour où les clients apprécient le plus leur expérience en magasin, il reste à déterminer si cela est dû à des facteurs externes (fin de la semaine de travail) ou internes (moins de monde, personnel plus agréable durant ces périodes par ex) et à faire attention au risque de biais.</a:t>
            </a:r>
            <a:endParaRPr sz="1600">
              <a:solidFill>
                <a:schemeClr val="dk1"/>
              </a:solidFill>
              <a:latin typeface="Arial"/>
              <a:ea typeface="Arial"/>
              <a:cs typeface="Arial"/>
              <a:sym typeface="Arial"/>
            </a:endParaRPr>
          </a:p>
        </p:txBody>
      </p:sp>
      <p:pic>
        <p:nvPicPr>
          <p:cNvPr id="427" name="Google Shape;427;p13"/>
          <p:cNvPicPr preferRelativeResize="0"/>
          <p:nvPr/>
        </p:nvPicPr>
        <p:blipFill rotWithShape="1">
          <a:blip r:embed="rId3">
            <a:alphaModFix/>
          </a:blip>
          <a:srcRect b="0" l="0" r="0" t="0"/>
          <a:stretch/>
        </p:blipFill>
        <p:spPr>
          <a:xfrm>
            <a:off x="6946900" y="3134084"/>
            <a:ext cx="3162300" cy="2143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431" name="Shape 431"/>
        <p:cNvGrpSpPr/>
        <p:nvPr/>
      </p:nvGrpSpPr>
      <p:grpSpPr>
        <a:xfrm>
          <a:off x="0" y="0"/>
          <a:ext cx="0" cy="0"/>
          <a:chOff x="0" y="0"/>
          <a:chExt cx="0" cy="0"/>
        </a:xfrm>
      </p:grpSpPr>
      <p:sp>
        <p:nvSpPr>
          <p:cNvPr id="432" name="Google Shape;432;p14"/>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4"/>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4"/>
          <p:cNvSpPr txBox="1"/>
          <p:nvPr>
            <p:ph type="title"/>
          </p:nvPr>
        </p:nvSpPr>
        <p:spPr>
          <a:xfrm>
            <a:off x="485761" y="1050204"/>
            <a:ext cx="9721800" cy="400200"/>
          </a:xfrm>
          <a:prstGeom prst="rect">
            <a:avLst/>
          </a:prstGeom>
          <a:noFill/>
          <a:ln>
            <a:noFill/>
          </a:ln>
        </p:spPr>
        <p:txBody>
          <a:bodyPr anchorCtr="0" anchor="t" bIns="0" lIns="0" spcFirstLastPara="1" rIns="0" wrap="square" tIns="0">
            <a:spAutoFit/>
          </a:bodyPr>
          <a:lstStyle/>
          <a:p>
            <a:pPr indent="0" lvl="0" marL="12700" rtl="0" algn="l">
              <a:lnSpc>
                <a:spcPct val="119038"/>
              </a:lnSpc>
              <a:spcBef>
                <a:spcPts val="0"/>
              </a:spcBef>
              <a:spcAft>
                <a:spcPts val="0"/>
              </a:spcAft>
              <a:buNone/>
            </a:pPr>
            <a:r>
              <a:rPr lang="fr-FR" sz="2600"/>
              <a:t>Exemple de requête SQL</a:t>
            </a:r>
            <a:endParaRPr/>
          </a:p>
        </p:txBody>
      </p:sp>
      <p:sp>
        <p:nvSpPr>
          <p:cNvPr id="435" name="Google Shape;435;p14"/>
          <p:cNvSpPr txBox="1"/>
          <p:nvPr/>
        </p:nvSpPr>
        <p:spPr>
          <a:xfrm>
            <a:off x="485749" y="1660750"/>
            <a:ext cx="8998200" cy="284700"/>
          </a:xfrm>
          <a:prstGeom prst="rect">
            <a:avLst/>
          </a:prstGeom>
          <a:noFill/>
          <a:ln>
            <a:noFill/>
          </a:ln>
        </p:spPr>
        <p:txBody>
          <a:bodyPr anchorCtr="0" anchor="t" bIns="0" lIns="0" spcFirstLastPara="1" rIns="0" wrap="square" tIns="0">
            <a:spAutoFit/>
          </a:bodyPr>
          <a:lstStyle/>
          <a:p>
            <a:pPr indent="0" lvl="0" marL="12700" marR="0" rtl="0" algn="l">
              <a:lnSpc>
                <a:spcPct val="118918"/>
              </a:lnSpc>
              <a:spcBef>
                <a:spcPts val="0"/>
              </a:spcBef>
              <a:spcAft>
                <a:spcPts val="0"/>
              </a:spcAft>
              <a:buNone/>
            </a:pPr>
            <a:r>
              <a:rPr b="1" lang="fr-FR" sz="1850">
                <a:solidFill>
                  <a:srgbClr val="6E6E6E"/>
                </a:solidFill>
                <a:latin typeface="Montserrat"/>
                <a:ea typeface="Montserrat"/>
                <a:cs typeface="Montserrat"/>
                <a:sym typeface="Montserrat"/>
              </a:rPr>
              <a:t>Taux de retour négatif des produits high-tech pendant le Black Friday</a:t>
            </a:r>
            <a:endParaRPr b="1" sz="1850">
              <a:solidFill>
                <a:schemeClr val="dk1"/>
              </a:solidFill>
              <a:latin typeface="Montserrat"/>
              <a:ea typeface="Montserrat"/>
              <a:cs typeface="Montserrat"/>
              <a:sym typeface="Montserrat"/>
            </a:endParaRPr>
          </a:p>
        </p:txBody>
      </p:sp>
      <p:sp>
        <p:nvSpPr>
          <p:cNvPr id="436" name="Google Shape;436;p14"/>
          <p:cNvSpPr txBox="1"/>
          <p:nvPr/>
        </p:nvSpPr>
        <p:spPr>
          <a:xfrm>
            <a:off x="241300" y="2470184"/>
            <a:ext cx="4481100" cy="4161600"/>
          </a:xfrm>
          <a:prstGeom prst="rect">
            <a:avLst/>
          </a:prstGeom>
          <a:noFill/>
          <a:ln>
            <a:noFill/>
          </a:ln>
        </p:spPr>
        <p:txBody>
          <a:bodyPr anchorCtr="0" anchor="t" bIns="0" lIns="0" spcFirstLastPara="1" rIns="0" wrap="square" tIns="0">
            <a:spAutoFit/>
          </a:bodyPr>
          <a:lstStyle/>
          <a:p>
            <a:pPr indent="-285750" lvl="0" marL="298450" marR="5080" rtl="0" algn="l">
              <a:lnSpc>
                <a:spcPct val="101499"/>
              </a:lnSpc>
              <a:spcBef>
                <a:spcPts val="0"/>
              </a:spcBef>
              <a:spcAft>
                <a:spcPts val="0"/>
              </a:spcAft>
              <a:buClr>
                <a:srgbClr val="030303"/>
              </a:buClr>
              <a:buSzPts val="1600"/>
              <a:buFont typeface="Arial"/>
              <a:buChar char="•"/>
            </a:pPr>
            <a:r>
              <a:rPr b="1" lang="fr-FR" sz="1600">
                <a:solidFill>
                  <a:schemeClr val="dk1"/>
                </a:solidFill>
                <a:latin typeface="Arial"/>
                <a:ea typeface="Arial"/>
                <a:cs typeface="Arial"/>
                <a:sym typeface="Arial"/>
              </a:rPr>
              <a:t>Objectif de la requête: </a:t>
            </a:r>
            <a:r>
              <a:rPr lang="fr-FR" sz="1600">
                <a:solidFill>
                  <a:schemeClr val="dk2"/>
                </a:solidFill>
                <a:latin typeface="Arial"/>
                <a:ea typeface="Arial"/>
                <a:cs typeface="Arial"/>
                <a:sym typeface="Arial"/>
              </a:rPr>
              <a:t>Comparer le taux de retours négatifs des produits high-tech pendant et hors Black Friday.</a:t>
            </a:r>
            <a:endParaRPr>
              <a:solidFill>
                <a:schemeClr val="dk2"/>
              </a:solidFill>
            </a:endParaRPr>
          </a:p>
          <a:p>
            <a:pPr indent="-241300" lvl="0" marL="342900" marR="0" rtl="0" algn="l">
              <a:lnSpc>
                <a:spcPct val="100000"/>
              </a:lnSpc>
              <a:spcBef>
                <a:spcPts val="14"/>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285750" lvl="0" marL="298450" marR="533400" rtl="0" algn="l">
              <a:lnSpc>
                <a:spcPct val="101200"/>
              </a:lnSpc>
              <a:spcBef>
                <a:spcPts val="0"/>
              </a:spcBef>
              <a:spcAft>
                <a:spcPts val="0"/>
              </a:spcAft>
              <a:buClr>
                <a:srgbClr val="030303"/>
              </a:buClr>
              <a:buSzPts val="1600"/>
              <a:buFont typeface="Arial"/>
              <a:buChar char="•"/>
            </a:pPr>
            <a:r>
              <a:rPr b="1" lang="fr-FR" sz="1600">
                <a:solidFill>
                  <a:schemeClr val="dk1"/>
                </a:solidFill>
                <a:latin typeface="Arial"/>
                <a:ea typeface="Arial"/>
                <a:cs typeface="Arial"/>
                <a:sym typeface="Arial"/>
              </a:rPr>
              <a:t>Requête SQL: </a:t>
            </a:r>
            <a:r>
              <a:rPr lang="fr-FR" sz="1600">
                <a:solidFill>
                  <a:schemeClr val="dk2"/>
                </a:solidFill>
                <a:latin typeface="Arial"/>
                <a:ea typeface="Arial"/>
                <a:cs typeface="Arial"/>
                <a:sym typeface="Arial"/>
              </a:rPr>
              <a:t>Filtrage des périodes et comparaison des taux de retours négatifs.</a:t>
            </a:r>
            <a:endParaRPr>
              <a:solidFill>
                <a:schemeClr val="dk2"/>
              </a:solidFill>
            </a:endParaRPr>
          </a:p>
          <a:p>
            <a:pPr indent="-285750" lvl="0" marL="297815" marR="554990" rtl="0" algn="l">
              <a:lnSpc>
                <a:spcPct val="101499"/>
              </a:lnSpc>
              <a:spcBef>
                <a:spcPts val="1325"/>
              </a:spcBef>
              <a:spcAft>
                <a:spcPts val="0"/>
              </a:spcAft>
              <a:buClr>
                <a:schemeClr val="dk1"/>
              </a:buClr>
              <a:buSzPts val="1600"/>
              <a:buFont typeface="Arial"/>
              <a:buChar char="•"/>
            </a:pPr>
            <a:r>
              <a:rPr b="1" lang="fr-FR" sz="1600">
                <a:solidFill>
                  <a:schemeClr val="dk1"/>
                </a:solidFill>
                <a:latin typeface="Arial"/>
                <a:ea typeface="Arial"/>
                <a:cs typeface="Arial"/>
                <a:sym typeface="Arial"/>
              </a:rPr>
              <a:t>Interprétation : </a:t>
            </a:r>
            <a:r>
              <a:rPr b="0" i="0" lang="fr-FR" sz="1600" u="none" strike="noStrike">
                <a:solidFill>
                  <a:srgbClr val="333333"/>
                </a:solidFill>
                <a:latin typeface="Arial"/>
                <a:ea typeface="Arial"/>
                <a:cs typeface="Arial"/>
                <a:sym typeface="Arial"/>
              </a:rPr>
              <a:t>Il y a une différence significative entre le nombre de retours négatifs pendant le black friday comparé à un mois normal sans promotions. Ce qui indique une insatisfaction client dont il faudra élucider l’original : mauvaise qualité des produits ? Achats fait de manière impulsive suivis de regrets ?</a:t>
            </a:r>
            <a:endParaRPr sz="1600">
              <a:solidFill>
                <a:schemeClr val="dk1"/>
              </a:solidFill>
              <a:latin typeface="Arial"/>
              <a:ea typeface="Arial"/>
              <a:cs typeface="Arial"/>
              <a:sym typeface="Arial"/>
            </a:endParaRPr>
          </a:p>
        </p:txBody>
      </p:sp>
      <p:pic>
        <p:nvPicPr>
          <p:cNvPr id="437" name="Google Shape;437;p14"/>
          <p:cNvPicPr preferRelativeResize="0"/>
          <p:nvPr/>
        </p:nvPicPr>
        <p:blipFill rotWithShape="1">
          <a:blip r:embed="rId3">
            <a:alphaModFix/>
          </a:blip>
          <a:srcRect b="0" l="0" r="0" t="0"/>
          <a:stretch/>
        </p:blipFill>
        <p:spPr>
          <a:xfrm>
            <a:off x="4879975" y="2492409"/>
            <a:ext cx="5572125" cy="1590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441" name="Shape 441"/>
        <p:cNvGrpSpPr/>
        <p:nvPr/>
      </p:nvGrpSpPr>
      <p:grpSpPr>
        <a:xfrm>
          <a:off x="0" y="0"/>
          <a:ext cx="0" cy="0"/>
          <a:chOff x="0" y="0"/>
          <a:chExt cx="0" cy="0"/>
        </a:xfrm>
      </p:grpSpPr>
      <p:sp>
        <p:nvSpPr>
          <p:cNvPr id="442" name="Google Shape;442;p15"/>
          <p:cNvSpPr/>
          <p:nvPr/>
        </p:nvSpPr>
        <p:spPr>
          <a:xfrm>
            <a:off x="5510784" y="2523744"/>
            <a:ext cx="4925568" cy="279196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5"/>
          <p:cNvSpPr/>
          <p:nvPr/>
        </p:nvSpPr>
        <p:spPr>
          <a:xfrm>
            <a:off x="0" y="6729700"/>
            <a:ext cx="10692130" cy="0"/>
          </a:xfrm>
          <a:custGeom>
            <a:rect b="b" l="l" r="r" t="t"/>
            <a:pathLst>
              <a:path extrusionOk="0" h="120000" w="10692130">
                <a:moveTo>
                  <a:pt x="0" y="0"/>
                </a:moveTo>
                <a:lnTo>
                  <a:pt x="10692003" y="0"/>
                </a:lnTo>
              </a:path>
            </a:pathLst>
          </a:custGeom>
          <a:noFill/>
          <a:ln cap="flat" cmpd="sng" w="112750">
            <a:solidFill>
              <a:srgbClr val="64CF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15"/>
          <p:cNvSpPr txBox="1"/>
          <p:nvPr>
            <p:ph type="title"/>
          </p:nvPr>
        </p:nvSpPr>
        <p:spPr>
          <a:xfrm>
            <a:off x="485761" y="1050204"/>
            <a:ext cx="9721800" cy="392400"/>
          </a:xfrm>
          <a:prstGeom prst="rect">
            <a:avLst/>
          </a:prstGeom>
          <a:noFill/>
          <a:ln>
            <a:noFill/>
          </a:ln>
        </p:spPr>
        <p:txBody>
          <a:bodyPr anchorCtr="0" anchor="t" bIns="0" lIns="0" spcFirstLastPara="1" rIns="0" wrap="square" tIns="0">
            <a:spAutoFit/>
          </a:bodyPr>
          <a:lstStyle/>
          <a:p>
            <a:pPr indent="0" lvl="0" marL="1905" rtl="0" algn="l">
              <a:lnSpc>
                <a:spcPct val="121400"/>
              </a:lnSpc>
              <a:spcBef>
                <a:spcPts val="0"/>
              </a:spcBef>
              <a:spcAft>
                <a:spcPts val="0"/>
              </a:spcAft>
              <a:buNone/>
            </a:pPr>
            <a:r>
              <a:rPr lang="fr-FR">
                <a:solidFill>
                  <a:srgbClr val="1D2628"/>
                </a:solidFill>
              </a:rPr>
              <a:t>Synthèse des résultats</a:t>
            </a:r>
            <a:endParaRPr/>
          </a:p>
        </p:txBody>
      </p:sp>
      <p:sp>
        <p:nvSpPr>
          <p:cNvPr id="445" name="Google Shape;445;p15"/>
          <p:cNvSpPr txBox="1"/>
          <p:nvPr/>
        </p:nvSpPr>
        <p:spPr>
          <a:xfrm>
            <a:off x="485750" y="1656500"/>
            <a:ext cx="6910800" cy="284700"/>
          </a:xfrm>
          <a:prstGeom prst="rect">
            <a:avLst/>
          </a:prstGeom>
          <a:noFill/>
          <a:ln>
            <a:noFill/>
          </a:ln>
        </p:spPr>
        <p:txBody>
          <a:bodyPr anchorCtr="0" anchor="t" bIns="0" lIns="0" spcFirstLastPara="1" rIns="0" wrap="square" tIns="0">
            <a:spAutoFit/>
          </a:bodyPr>
          <a:lstStyle/>
          <a:p>
            <a:pPr indent="0" lvl="0" marL="12700" marR="0" rtl="0" algn="l">
              <a:lnSpc>
                <a:spcPct val="118918"/>
              </a:lnSpc>
              <a:spcBef>
                <a:spcPts val="0"/>
              </a:spcBef>
              <a:spcAft>
                <a:spcPts val="0"/>
              </a:spcAft>
              <a:buNone/>
            </a:pPr>
            <a:r>
              <a:rPr b="1" lang="fr-FR" sz="1850">
                <a:solidFill>
                  <a:srgbClr val="606060"/>
                </a:solidFill>
                <a:latin typeface="Montserrat"/>
                <a:ea typeface="Montserrat"/>
                <a:cs typeface="Montserrat"/>
                <a:sym typeface="Montserrat"/>
              </a:rPr>
              <a:t>Principaux enseignements  et recommandations</a:t>
            </a:r>
            <a:endParaRPr b="1" sz="1850">
              <a:solidFill>
                <a:schemeClr val="dk1"/>
              </a:solidFill>
              <a:latin typeface="Montserrat"/>
              <a:ea typeface="Montserrat"/>
              <a:cs typeface="Montserrat"/>
              <a:sym typeface="Montserrat"/>
            </a:endParaRPr>
          </a:p>
        </p:txBody>
      </p:sp>
      <p:sp>
        <p:nvSpPr>
          <p:cNvPr id="446" name="Google Shape;446;p15"/>
          <p:cNvSpPr txBox="1"/>
          <p:nvPr/>
        </p:nvSpPr>
        <p:spPr>
          <a:xfrm>
            <a:off x="546100" y="2635851"/>
            <a:ext cx="4412100" cy="2563200"/>
          </a:xfrm>
          <a:prstGeom prst="rect">
            <a:avLst/>
          </a:prstGeom>
          <a:noFill/>
          <a:ln>
            <a:noFill/>
          </a:ln>
        </p:spPr>
        <p:txBody>
          <a:bodyPr anchorCtr="0" anchor="t" bIns="0" lIns="0" spcFirstLastPara="1" rIns="0" wrap="square" tIns="0">
            <a:spAutoFit/>
          </a:bodyPr>
          <a:lstStyle/>
          <a:p>
            <a:pPr indent="-285750" lvl="0" marL="297816" marR="8255" rtl="0" algn="l">
              <a:lnSpc>
                <a:spcPct val="115625"/>
              </a:lnSpc>
              <a:spcBef>
                <a:spcPts val="0"/>
              </a:spcBef>
              <a:spcAft>
                <a:spcPts val="0"/>
              </a:spcAft>
              <a:buClr>
                <a:schemeClr val="dk1"/>
              </a:buClr>
              <a:buSzPts val="1600"/>
              <a:buFont typeface="Arial"/>
              <a:buChar char="•"/>
            </a:pPr>
            <a:r>
              <a:rPr b="1" lang="fr-FR" sz="1600">
                <a:solidFill>
                  <a:schemeClr val="dk1"/>
                </a:solidFill>
                <a:latin typeface="Arial"/>
                <a:ea typeface="Arial"/>
                <a:cs typeface="Arial"/>
                <a:sym typeface="Arial"/>
              </a:rPr>
              <a:t>Problèmes de livraison: </a:t>
            </a:r>
            <a:r>
              <a:rPr lang="fr-FR" sz="1600">
                <a:solidFill>
                  <a:schemeClr val="dk2"/>
                </a:solidFill>
                <a:latin typeface="Arial"/>
                <a:ea typeface="Arial"/>
                <a:cs typeface="Arial"/>
                <a:sym typeface="Arial"/>
              </a:rPr>
              <a:t>Les retours clients liés à la livraison sont un point critique à améliorer.</a:t>
            </a:r>
            <a:endParaRPr>
              <a:solidFill>
                <a:schemeClr val="dk2"/>
              </a:solidFill>
            </a:endParaRPr>
          </a:p>
          <a:p>
            <a:pPr indent="-184150" lvl="0" marL="285750" marR="0" rtl="0" algn="l">
              <a:lnSpc>
                <a:spcPct val="100000"/>
              </a:lnSpc>
              <a:spcBef>
                <a:spcPts val="25"/>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a:p>
            <a:pPr indent="-285750" lvl="0" marL="297815" marR="5080" rtl="0" algn="l">
              <a:lnSpc>
                <a:spcPct val="113750"/>
              </a:lnSpc>
              <a:spcBef>
                <a:spcPts val="0"/>
              </a:spcBef>
              <a:spcAft>
                <a:spcPts val="0"/>
              </a:spcAft>
              <a:buClr>
                <a:schemeClr val="dk1"/>
              </a:buClr>
              <a:buSzPts val="1600"/>
              <a:buFont typeface="Arial"/>
              <a:buChar char="•"/>
            </a:pPr>
            <a:r>
              <a:rPr b="1" lang="fr-FR" sz="1600">
                <a:solidFill>
                  <a:schemeClr val="dk1"/>
                </a:solidFill>
              </a:rPr>
              <a:t>Catégorisation produit</a:t>
            </a:r>
            <a:r>
              <a:rPr b="1" lang="fr-FR" sz="1600">
                <a:solidFill>
                  <a:schemeClr val="dk1"/>
                </a:solidFill>
                <a:latin typeface="Arial"/>
                <a:ea typeface="Arial"/>
                <a:cs typeface="Arial"/>
                <a:sym typeface="Arial"/>
              </a:rPr>
              <a:t>: </a:t>
            </a:r>
            <a:r>
              <a:rPr lang="fr-FR" sz="1600">
                <a:solidFill>
                  <a:schemeClr val="dk2"/>
                </a:solidFill>
              </a:rPr>
              <a:t>possiblement à revoir.</a:t>
            </a:r>
            <a:endParaRPr>
              <a:solidFill>
                <a:schemeClr val="dk2"/>
              </a:solidFill>
            </a:endParaRPr>
          </a:p>
          <a:p>
            <a:pPr indent="-285750" lvl="0" marL="297816" marR="34290" rtl="0" algn="just">
              <a:lnSpc>
                <a:spcPct val="98700"/>
              </a:lnSpc>
              <a:spcBef>
                <a:spcPts val="1325"/>
              </a:spcBef>
              <a:spcAft>
                <a:spcPts val="0"/>
              </a:spcAft>
              <a:buClr>
                <a:schemeClr val="dk1"/>
              </a:buClr>
              <a:buSzPts val="1600"/>
              <a:buFont typeface="Arial"/>
              <a:buChar char="•"/>
            </a:pPr>
            <a:r>
              <a:rPr b="1" lang="fr-FR" sz="1600">
                <a:solidFill>
                  <a:schemeClr val="dk1"/>
                </a:solidFill>
                <a:latin typeface="Arial"/>
                <a:ea typeface="Arial"/>
                <a:cs typeface="Arial"/>
                <a:sym typeface="Arial"/>
              </a:rPr>
              <a:t>Optimisation des magasins: </a:t>
            </a:r>
            <a:r>
              <a:rPr lang="fr-FR" sz="1600">
                <a:solidFill>
                  <a:schemeClr val="dk2"/>
                </a:solidFill>
                <a:latin typeface="Arial"/>
                <a:ea typeface="Arial"/>
                <a:cs typeface="Arial"/>
                <a:sym typeface="Arial"/>
              </a:rPr>
              <a:t>Les magasins les mieux notés peuvent servir de modèle pour les autres.</a:t>
            </a:r>
            <a:endParaRPr>
              <a:solidFill>
                <a:schemeClr val="dk2"/>
              </a:solidFill>
            </a:endParaRPr>
          </a:p>
        </p:txBody>
      </p:sp>
      <p:sp>
        <p:nvSpPr>
          <p:cNvPr id="447" name="Google Shape;447;p15"/>
          <p:cNvSpPr txBox="1"/>
          <p:nvPr/>
        </p:nvSpPr>
        <p:spPr>
          <a:xfrm>
            <a:off x="8375097" y="5400736"/>
            <a:ext cx="2067560" cy="15875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fr-FR" sz="1050">
                <a:solidFill>
                  <a:srgbClr val="606060"/>
                </a:solidFill>
                <a:latin typeface="Arial"/>
                <a:ea typeface="Arial"/>
                <a:cs typeface="Arial"/>
                <a:sym typeface="Arial"/>
              </a:rPr>
              <a:t>Photo by Mari Helin on Unsplash</a:t>
            </a:r>
            <a:endParaRPr sz="105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6"/>
          <p:cNvSpPr txBox="1"/>
          <p:nvPr>
            <p:ph type="title"/>
          </p:nvPr>
        </p:nvSpPr>
        <p:spPr>
          <a:xfrm>
            <a:off x="485761" y="1050204"/>
            <a:ext cx="9721800" cy="392400"/>
          </a:xfrm>
          <a:prstGeom prst="rect">
            <a:avLst/>
          </a:prstGeom>
          <a:noFill/>
          <a:ln>
            <a:noFill/>
          </a:ln>
        </p:spPr>
        <p:txBody>
          <a:bodyPr anchorCtr="0" anchor="t" bIns="0" lIns="0" spcFirstLastPara="1" rIns="0" wrap="square" tIns="0">
            <a:spAutoFit/>
          </a:bodyPr>
          <a:lstStyle/>
          <a:p>
            <a:pPr indent="0" lvl="0" marL="4445" rtl="0" algn="l">
              <a:lnSpc>
                <a:spcPct val="121400"/>
              </a:lnSpc>
              <a:spcBef>
                <a:spcPts val="0"/>
              </a:spcBef>
              <a:spcAft>
                <a:spcPts val="0"/>
              </a:spcAft>
              <a:buNone/>
            </a:pPr>
            <a:r>
              <a:rPr lang="fr-FR"/>
              <a:t>Conclusion et recommandations</a:t>
            </a:r>
            <a:endParaRPr/>
          </a:p>
        </p:txBody>
      </p:sp>
      <p:sp>
        <p:nvSpPr>
          <p:cNvPr id="453" name="Google Shape;453;p16"/>
          <p:cNvSpPr txBox="1"/>
          <p:nvPr/>
        </p:nvSpPr>
        <p:spPr>
          <a:xfrm>
            <a:off x="485748" y="1719825"/>
            <a:ext cx="6033300" cy="292500"/>
          </a:xfrm>
          <a:prstGeom prst="rect">
            <a:avLst/>
          </a:prstGeom>
          <a:noFill/>
          <a:ln>
            <a:noFill/>
          </a:ln>
        </p:spPr>
        <p:txBody>
          <a:bodyPr anchorCtr="0" anchor="t" bIns="0" lIns="0" spcFirstLastPara="1" rIns="0" wrap="square" tIns="0">
            <a:spAutoFit/>
          </a:bodyPr>
          <a:lstStyle/>
          <a:p>
            <a:pPr indent="0" lvl="0" marL="12700" marR="0" rtl="0" algn="l">
              <a:lnSpc>
                <a:spcPct val="118947"/>
              </a:lnSpc>
              <a:spcBef>
                <a:spcPts val="0"/>
              </a:spcBef>
              <a:spcAft>
                <a:spcPts val="0"/>
              </a:spcAft>
              <a:buNone/>
            </a:pPr>
            <a:r>
              <a:rPr b="1" lang="fr-FR" sz="1900">
                <a:solidFill>
                  <a:srgbClr val="606060"/>
                </a:solidFill>
                <a:latin typeface="Montserrat"/>
                <a:ea typeface="Montserrat"/>
                <a:cs typeface="Montserrat"/>
                <a:sym typeface="Montserrat"/>
              </a:rPr>
              <a:t>Stratégies d'amélioration de l'expérience client</a:t>
            </a:r>
            <a:endParaRPr b="1" sz="1900">
              <a:solidFill>
                <a:schemeClr val="dk1"/>
              </a:solidFill>
              <a:latin typeface="Montserrat"/>
              <a:ea typeface="Montserrat"/>
              <a:cs typeface="Montserrat"/>
              <a:sym typeface="Montserrat"/>
            </a:endParaRPr>
          </a:p>
        </p:txBody>
      </p:sp>
      <p:sp>
        <p:nvSpPr>
          <p:cNvPr id="454" name="Google Shape;454;p16"/>
          <p:cNvSpPr txBox="1"/>
          <p:nvPr/>
        </p:nvSpPr>
        <p:spPr>
          <a:xfrm>
            <a:off x="648692" y="2558063"/>
            <a:ext cx="4331400" cy="3020700"/>
          </a:xfrm>
          <a:prstGeom prst="rect">
            <a:avLst/>
          </a:prstGeom>
          <a:noFill/>
          <a:ln>
            <a:noFill/>
          </a:ln>
        </p:spPr>
        <p:txBody>
          <a:bodyPr anchorCtr="0" anchor="t" bIns="0" lIns="0" spcFirstLastPara="1" rIns="0" wrap="square" tIns="0">
            <a:spAutoFit/>
          </a:bodyPr>
          <a:lstStyle/>
          <a:p>
            <a:pPr indent="-285750" lvl="0" marL="297815" marR="5080" rtl="0" algn="l">
              <a:lnSpc>
                <a:spcPct val="113750"/>
              </a:lnSpc>
              <a:spcBef>
                <a:spcPts val="0"/>
              </a:spcBef>
              <a:spcAft>
                <a:spcPts val="0"/>
              </a:spcAft>
              <a:buClr>
                <a:schemeClr val="dk1"/>
              </a:buClr>
              <a:buSzPts val="1600"/>
              <a:buFont typeface="Arial"/>
              <a:buChar char="•"/>
            </a:pPr>
            <a:r>
              <a:rPr lang="fr-FR" sz="1600">
                <a:solidFill>
                  <a:schemeClr val="dk1"/>
                </a:solidFill>
                <a:latin typeface="Arial"/>
                <a:ea typeface="Arial"/>
                <a:cs typeface="Arial"/>
                <a:sym typeface="Arial"/>
              </a:rPr>
              <a:t>Optimis</a:t>
            </a:r>
            <a:r>
              <a:rPr lang="fr-FR" sz="1600">
                <a:solidFill>
                  <a:schemeClr val="dk1"/>
                </a:solidFill>
              </a:rPr>
              <a:t>er</a:t>
            </a:r>
            <a:r>
              <a:rPr lang="fr-FR" sz="1600">
                <a:solidFill>
                  <a:schemeClr val="dk1"/>
                </a:solidFill>
                <a:latin typeface="Arial"/>
                <a:ea typeface="Arial"/>
                <a:cs typeface="Arial"/>
                <a:sym typeface="Arial"/>
              </a:rPr>
              <a:t> de la logistique: </a:t>
            </a:r>
            <a:r>
              <a:rPr lang="fr-FR" sz="1600">
                <a:solidFill>
                  <a:schemeClr val="dk2"/>
                </a:solidFill>
                <a:latin typeface="Arial"/>
                <a:ea typeface="Arial"/>
                <a:cs typeface="Arial"/>
                <a:sym typeface="Arial"/>
              </a:rPr>
              <a:t>Réduction des problèmes liés à la livraison et amélioration du suivi.</a:t>
            </a:r>
            <a:endParaRPr>
              <a:solidFill>
                <a:schemeClr val="dk2"/>
              </a:solidFill>
            </a:endParaRPr>
          </a:p>
          <a:p>
            <a:pPr indent="0" lvl="0" marL="0" marR="0" rtl="0" algn="l">
              <a:lnSpc>
                <a:spcPct val="100000"/>
              </a:lnSpc>
              <a:spcBef>
                <a:spcPts val="8"/>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285750" lvl="0" marL="297815" marR="15875" rtl="0" algn="l">
              <a:lnSpc>
                <a:spcPct val="97400"/>
              </a:lnSpc>
              <a:spcBef>
                <a:spcPts val="0"/>
              </a:spcBef>
              <a:spcAft>
                <a:spcPts val="0"/>
              </a:spcAft>
              <a:buClr>
                <a:schemeClr val="dk1"/>
              </a:buClr>
              <a:buSzPts val="1600"/>
              <a:buFont typeface="Arial"/>
              <a:buChar char="•"/>
            </a:pPr>
            <a:r>
              <a:rPr lang="fr-FR" sz="1600">
                <a:solidFill>
                  <a:schemeClr val="dk1"/>
                </a:solidFill>
                <a:latin typeface="Arial"/>
                <a:ea typeface="Arial"/>
                <a:cs typeface="Arial"/>
                <a:sym typeface="Arial"/>
              </a:rPr>
              <a:t>Valorisation des produits à succès: </a:t>
            </a:r>
            <a:r>
              <a:rPr lang="fr-FR" sz="1600">
                <a:solidFill>
                  <a:schemeClr val="dk2"/>
                </a:solidFill>
                <a:latin typeface="Arial"/>
                <a:ea typeface="Arial"/>
                <a:cs typeface="Arial"/>
                <a:sym typeface="Arial"/>
              </a:rPr>
              <a:t>Exploitation des produits les mieux notés pour des stratégies marketing.</a:t>
            </a:r>
            <a:endParaRPr>
              <a:solidFill>
                <a:schemeClr val="dk2"/>
              </a:solidFill>
            </a:endParaRPr>
          </a:p>
          <a:p>
            <a:pPr indent="-69850" lvl="0" marL="171450" marR="0" rtl="0" algn="l">
              <a:lnSpc>
                <a:spcPct val="100000"/>
              </a:lnSpc>
              <a:spcBef>
                <a:spcPts val="12"/>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285750" lvl="0" marL="297815" marR="203834" rtl="0" algn="l">
              <a:lnSpc>
                <a:spcPct val="98000"/>
              </a:lnSpc>
              <a:spcBef>
                <a:spcPts val="0"/>
              </a:spcBef>
              <a:spcAft>
                <a:spcPts val="0"/>
              </a:spcAft>
              <a:buClr>
                <a:schemeClr val="dk1"/>
              </a:buClr>
              <a:buSzPts val="1600"/>
              <a:buFont typeface="Arial"/>
              <a:buChar char="•"/>
            </a:pPr>
            <a:r>
              <a:rPr lang="fr-FR" sz="1600">
                <a:solidFill>
                  <a:schemeClr val="dk1"/>
                </a:solidFill>
                <a:latin typeface="Arial"/>
                <a:ea typeface="Arial"/>
                <a:cs typeface="Arial"/>
                <a:sym typeface="Arial"/>
              </a:rPr>
              <a:t>Standardisation des meilleures pratiques: </a:t>
            </a:r>
            <a:r>
              <a:rPr lang="fr-FR" sz="1600">
                <a:solidFill>
                  <a:schemeClr val="dk2"/>
                </a:solidFill>
                <a:latin typeface="Arial"/>
                <a:ea typeface="Arial"/>
                <a:cs typeface="Arial"/>
                <a:sym typeface="Arial"/>
              </a:rPr>
              <a:t>Application des stratégies des magasins les mieux notés aux autres points de vente.</a:t>
            </a:r>
            <a:endParaRPr>
              <a:solidFill>
                <a:schemeClr val="dk2"/>
              </a:solidFill>
            </a:endParaRPr>
          </a:p>
        </p:txBody>
      </p:sp>
      <p:sp>
        <p:nvSpPr>
          <p:cNvPr id="455" name="Google Shape;455;p16"/>
          <p:cNvSpPr/>
          <p:nvPr/>
        </p:nvSpPr>
        <p:spPr>
          <a:xfrm>
            <a:off x="8253384" y="2958865"/>
            <a:ext cx="89535" cy="415925"/>
          </a:xfrm>
          <a:custGeom>
            <a:rect b="b" l="l" r="r" t="t"/>
            <a:pathLst>
              <a:path extrusionOk="0" h="415925" w="89534">
                <a:moveTo>
                  <a:pt x="0" y="0"/>
                </a:moveTo>
                <a:lnTo>
                  <a:pt x="89495" y="0"/>
                </a:lnTo>
                <a:lnTo>
                  <a:pt x="89495" y="415825"/>
                </a:lnTo>
                <a:lnTo>
                  <a:pt x="0" y="415825"/>
                </a:lnTo>
                <a:lnTo>
                  <a:pt x="0" y="0"/>
                </a:lnTo>
                <a:close/>
              </a:path>
            </a:pathLst>
          </a:custGeom>
          <a:solidFill>
            <a:srgbClr val="DDDFD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6"/>
          <p:cNvSpPr/>
          <p:nvPr/>
        </p:nvSpPr>
        <p:spPr>
          <a:xfrm>
            <a:off x="8334649" y="3077685"/>
            <a:ext cx="125095" cy="256540"/>
          </a:xfrm>
          <a:custGeom>
            <a:rect b="b" l="l" r="r" t="t"/>
            <a:pathLst>
              <a:path extrusionOk="0" h="256539" w="125095">
                <a:moveTo>
                  <a:pt x="0" y="0"/>
                </a:moveTo>
                <a:lnTo>
                  <a:pt x="124490" y="0"/>
                </a:lnTo>
                <a:lnTo>
                  <a:pt x="124490" y="256449"/>
                </a:lnTo>
                <a:lnTo>
                  <a:pt x="0" y="256449"/>
                </a:lnTo>
                <a:lnTo>
                  <a:pt x="0" y="0"/>
                </a:lnTo>
                <a:close/>
              </a:path>
            </a:pathLst>
          </a:custGeom>
          <a:solidFill>
            <a:srgbClr val="DDDFD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6"/>
          <p:cNvSpPr txBox="1"/>
          <p:nvPr/>
        </p:nvSpPr>
        <p:spPr>
          <a:xfrm>
            <a:off x="8268421" y="3016036"/>
            <a:ext cx="212090" cy="330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fr-FR" sz="2400">
                <a:solidFill>
                  <a:srgbClr val="B5B5B5"/>
                </a:solidFill>
                <a:latin typeface="Arial"/>
                <a:ea typeface="Arial"/>
                <a:cs typeface="Arial"/>
                <a:sym typeface="Arial"/>
              </a:rPr>
              <a:t>..</a:t>
            </a:r>
            <a:r>
              <a:rPr lang="fr-FR" sz="1500">
                <a:solidFill>
                  <a:srgbClr val="B5B5B5"/>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p:txBody>
      </p:sp>
      <p:sp>
        <p:nvSpPr>
          <p:cNvPr id="458" name="Google Shape;458;p16"/>
          <p:cNvSpPr/>
          <p:nvPr/>
        </p:nvSpPr>
        <p:spPr>
          <a:xfrm>
            <a:off x="8665596" y="3137635"/>
            <a:ext cx="0" cy="433705"/>
          </a:xfrm>
          <a:custGeom>
            <a:rect b="b" l="l" r="r" t="t"/>
            <a:pathLst>
              <a:path extrusionOk="0" h="433704" w="120000">
                <a:moveTo>
                  <a:pt x="0" y="0"/>
                </a:moveTo>
                <a:lnTo>
                  <a:pt x="0" y="433151"/>
                </a:lnTo>
              </a:path>
            </a:pathLst>
          </a:custGeom>
          <a:noFill/>
          <a:ln cap="flat" cmpd="sng" w="48750">
            <a:solidFill>
              <a:srgbClr val="DDDFD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16"/>
          <p:cNvSpPr txBox="1"/>
          <p:nvPr/>
        </p:nvSpPr>
        <p:spPr>
          <a:xfrm>
            <a:off x="8326330" y="3197717"/>
            <a:ext cx="400685" cy="3429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fr-FR" sz="2500">
                <a:solidFill>
                  <a:srgbClr val="46646E"/>
                </a:solidFill>
                <a:latin typeface="Arial"/>
                <a:ea typeface="Arial"/>
                <a:cs typeface="Arial"/>
                <a:sym typeface="Arial"/>
              </a:rPr>
              <a:t>_. </a:t>
            </a:r>
            <a:r>
              <a:rPr lang="fr-FR" sz="2500">
                <a:solidFill>
                  <a:srgbClr val="B5B5B5"/>
                </a:solidFill>
                <a:latin typeface="Arial"/>
                <a:ea typeface="Arial"/>
                <a:cs typeface="Arial"/>
                <a:sym typeface="Arial"/>
              </a:rPr>
              <a:t>,</a:t>
            </a:r>
            <a:endParaRPr sz="2500">
              <a:solidFill>
                <a:schemeClr val="dk1"/>
              </a:solidFill>
              <a:latin typeface="Arial"/>
              <a:ea typeface="Arial"/>
              <a:cs typeface="Arial"/>
              <a:sym typeface="Arial"/>
            </a:endParaRPr>
          </a:p>
        </p:txBody>
      </p:sp>
      <p:sp>
        <p:nvSpPr>
          <p:cNvPr id="460" name="Google Shape;460;p16"/>
          <p:cNvSpPr txBox="1"/>
          <p:nvPr/>
        </p:nvSpPr>
        <p:spPr>
          <a:xfrm>
            <a:off x="7725896" y="5400736"/>
            <a:ext cx="2715895" cy="15875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fr-FR" sz="1000">
                <a:solidFill>
                  <a:srgbClr val="606060"/>
                </a:solidFill>
                <a:latin typeface="Arial"/>
                <a:ea typeface="Arial"/>
                <a:cs typeface="Arial"/>
                <a:sym typeface="Arial"/>
              </a:rPr>
              <a:t>Photo </a:t>
            </a:r>
            <a:r>
              <a:rPr lang="fr-FR" sz="1050">
                <a:solidFill>
                  <a:srgbClr val="606060"/>
                </a:solidFill>
                <a:latin typeface="Arial"/>
                <a:ea typeface="Arial"/>
                <a:cs typeface="Arial"/>
                <a:sym typeface="Arial"/>
              </a:rPr>
              <a:t>by </a:t>
            </a:r>
            <a:r>
              <a:rPr lang="fr-FR" sz="1000">
                <a:solidFill>
                  <a:srgbClr val="606060"/>
                </a:solidFill>
                <a:latin typeface="Arial"/>
                <a:ea typeface="Arial"/>
                <a:cs typeface="Arial"/>
                <a:sym typeface="Arial"/>
              </a:rPr>
              <a:t>Adrien WIESENBACH on Unsplash</a:t>
            </a:r>
            <a:endParaRPr sz="10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464" name="Shape 464"/>
        <p:cNvGrpSpPr/>
        <p:nvPr/>
      </p:nvGrpSpPr>
      <p:grpSpPr>
        <a:xfrm>
          <a:off x="0" y="0"/>
          <a:ext cx="0" cy="0"/>
          <a:chOff x="0" y="0"/>
          <a:chExt cx="0" cy="0"/>
        </a:xfrm>
      </p:grpSpPr>
      <p:sp>
        <p:nvSpPr>
          <p:cNvPr id="465" name="Google Shape;465;p17"/>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7"/>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17"/>
          <p:cNvSpPr txBox="1"/>
          <p:nvPr>
            <p:ph type="title"/>
          </p:nvPr>
        </p:nvSpPr>
        <p:spPr>
          <a:xfrm>
            <a:off x="485761" y="1050204"/>
            <a:ext cx="9721800" cy="392400"/>
          </a:xfrm>
          <a:prstGeom prst="rect">
            <a:avLst/>
          </a:prstGeom>
          <a:noFill/>
          <a:ln>
            <a:noFill/>
          </a:ln>
        </p:spPr>
        <p:txBody>
          <a:bodyPr anchorCtr="0" anchor="t" bIns="0" lIns="0" spcFirstLastPara="1" rIns="0" wrap="square" tIns="0">
            <a:spAutoFit/>
          </a:bodyPr>
          <a:lstStyle/>
          <a:p>
            <a:pPr indent="0" lvl="0" marL="12700" rtl="0" algn="l">
              <a:lnSpc>
                <a:spcPct val="121400"/>
              </a:lnSpc>
              <a:spcBef>
                <a:spcPts val="0"/>
              </a:spcBef>
              <a:spcAft>
                <a:spcPts val="0"/>
              </a:spcAft>
              <a:buNone/>
            </a:pPr>
            <a:r>
              <a:rPr lang="fr-FR">
                <a:solidFill>
                  <a:srgbClr val="21282A"/>
                </a:solidFill>
              </a:rPr>
              <a:t>Plan d'action</a:t>
            </a:r>
            <a:endParaRPr/>
          </a:p>
        </p:txBody>
      </p:sp>
      <p:sp>
        <p:nvSpPr>
          <p:cNvPr id="468" name="Google Shape;468;p17"/>
          <p:cNvSpPr txBox="1"/>
          <p:nvPr/>
        </p:nvSpPr>
        <p:spPr>
          <a:xfrm>
            <a:off x="477449" y="1645625"/>
            <a:ext cx="5951100" cy="284700"/>
          </a:xfrm>
          <a:prstGeom prst="rect">
            <a:avLst/>
          </a:prstGeom>
          <a:noFill/>
          <a:ln>
            <a:noFill/>
          </a:ln>
        </p:spPr>
        <p:txBody>
          <a:bodyPr anchorCtr="0" anchor="t" bIns="0" lIns="0" spcFirstLastPara="1" rIns="0" wrap="square" tIns="0">
            <a:spAutoFit/>
          </a:bodyPr>
          <a:lstStyle/>
          <a:p>
            <a:pPr indent="0" lvl="0" marL="12700" marR="0" rtl="0" algn="l">
              <a:lnSpc>
                <a:spcPct val="118918"/>
              </a:lnSpc>
              <a:spcBef>
                <a:spcPts val="0"/>
              </a:spcBef>
              <a:spcAft>
                <a:spcPts val="0"/>
              </a:spcAft>
              <a:buNone/>
            </a:pPr>
            <a:r>
              <a:rPr b="1" lang="fr-FR" sz="1850">
                <a:solidFill>
                  <a:srgbClr val="6B6B6B"/>
                </a:solidFill>
                <a:latin typeface="Montserrat"/>
                <a:ea typeface="Montserrat"/>
                <a:cs typeface="Montserrat"/>
                <a:sym typeface="Montserrat"/>
              </a:rPr>
              <a:t>Mise en œuvre des recommandations</a:t>
            </a:r>
            <a:endParaRPr b="1" sz="1850">
              <a:solidFill>
                <a:schemeClr val="dk1"/>
              </a:solidFill>
              <a:latin typeface="Montserrat"/>
              <a:ea typeface="Montserrat"/>
              <a:cs typeface="Montserrat"/>
              <a:sym typeface="Montserrat"/>
            </a:endParaRPr>
          </a:p>
        </p:txBody>
      </p:sp>
      <p:sp>
        <p:nvSpPr>
          <p:cNvPr id="469" name="Google Shape;469;p17"/>
          <p:cNvSpPr txBox="1"/>
          <p:nvPr/>
        </p:nvSpPr>
        <p:spPr>
          <a:xfrm>
            <a:off x="369453" y="3089574"/>
            <a:ext cx="2973600" cy="1179000"/>
          </a:xfrm>
          <a:prstGeom prst="rect">
            <a:avLst/>
          </a:prstGeom>
          <a:noFill/>
          <a:ln>
            <a:noFill/>
          </a:ln>
        </p:spPr>
        <p:txBody>
          <a:bodyPr anchorCtr="0" anchor="t" bIns="0" lIns="0" spcFirstLastPara="1" rIns="0" wrap="square" tIns="0">
            <a:spAutoFit/>
          </a:bodyPr>
          <a:lstStyle/>
          <a:p>
            <a:pPr indent="0" lvl="0" marL="194945" marR="208279" rtl="0" algn="ctr">
              <a:lnSpc>
                <a:spcPct val="101800"/>
              </a:lnSpc>
              <a:spcBef>
                <a:spcPts val="0"/>
              </a:spcBef>
              <a:spcAft>
                <a:spcPts val="0"/>
              </a:spcAft>
              <a:buNone/>
            </a:pPr>
            <a:r>
              <a:rPr b="1" lang="fr-FR" sz="1500">
                <a:solidFill>
                  <a:schemeClr val="dk1"/>
                </a:solidFill>
                <a:latin typeface="Arial"/>
                <a:ea typeface="Arial"/>
                <a:cs typeface="Arial"/>
                <a:sym typeface="Arial"/>
              </a:rPr>
              <a:t>Amélioration des délais de livraison</a:t>
            </a:r>
            <a:endParaRPr sz="1500">
              <a:solidFill>
                <a:schemeClr val="dk1"/>
              </a:solidFill>
              <a:latin typeface="Arial"/>
              <a:ea typeface="Arial"/>
              <a:cs typeface="Arial"/>
              <a:sym typeface="Arial"/>
            </a:endParaRPr>
          </a:p>
          <a:p>
            <a:pPr indent="0" lvl="0" marL="0" marR="0" rtl="0" algn="ctr">
              <a:lnSpc>
                <a:spcPct val="100000"/>
              </a:lnSpc>
              <a:spcBef>
                <a:spcPts val="30"/>
              </a:spcBef>
              <a:spcAft>
                <a:spcPts val="0"/>
              </a:spcAft>
              <a:buNone/>
            </a:pPr>
            <a:r>
              <a:rPr lang="fr-FR" sz="1500">
                <a:solidFill>
                  <a:schemeClr val="dk2"/>
                </a:solidFill>
                <a:latin typeface="Arial"/>
                <a:ea typeface="Arial"/>
                <a:cs typeface="Arial"/>
                <a:sym typeface="Arial"/>
              </a:rPr>
              <a:t>Mise en place d'un suivi précis et</a:t>
            </a:r>
            <a:endParaRPr>
              <a:solidFill>
                <a:schemeClr val="dk2"/>
              </a:solidFill>
            </a:endParaRPr>
          </a:p>
          <a:p>
            <a:pPr indent="0" lvl="0" marL="95250" marR="101600" rtl="0" algn="ctr">
              <a:lnSpc>
                <a:spcPct val="101800"/>
              </a:lnSpc>
              <a:spcBef>
                <a:spcPts val="65"/>
              </a:spcBef>
              <a:spcAft>
                <a:spcPts val="0"/>
              </a:spcAft>
              <a:buNone/>
            </a:pPr>
            <a:r>
              <a:rPr lang="fr-FR" sz="1500">
                <a:solidFill>
                  <a:schemeClr val="dk2"/>
                </a:solidFill>
                <a:latin typeface="Arial"/>
                <a:ea typeface="Arial"/>
                <a:cs typeface="Arial"/>
                <a:sym typeface="Arial"/>
              </a:rPr>
              <a:t>renforcement des partenariats logistiques.</a:t>
            </a:r>
            <a:endParaRPr>
              <a:solidFill>
                <a:schemeClr val="dk2"/>
              </a:solidFill>
            </a:endParaRPr>
          </a:p>
        </p:txBody>
      </p:sp>
      <p:sp>
        <p:nvSpPr>
          <p:cNvPr id="470" name="Google Shape;470;p17"/>
          <p:cNvSpPr txBox="1"/>
          <p:nvPr/>
        </p:nvSpPr>
        <p:spPr>
          <a:xfrm>
            <a:off x="3825454" y="3089574"/>
            <a:ext cx="3062100" cy="701100"/>
          </a:xfrm>
          <a:prstGeom prst="rect">
            <a:avLst/>
          </a:prstGeom>
          <a:noFill/>
          <a:ln>
            <a:noFill/>
          </a:ln>
        </p:spPr>
        <p:txBody>
          <a:bodyPr anchorCtr="0" anchor="t" bIns="0" lIns="0" spcFirstLastPara="1" rIns="0" wrap="square" tIns="0">
            <a:spAutoFit/>
          </a:bodyPr>
          <a:lstStyle/>
          <a:p>
            <a:pPr indent="0" lvl="0" marL="12700" marR="5080" rtl="0" algn="ctr">
              <a:lnSpc>
                <a:spcPct val="101800"/>
              </a:lnSpc>
              <a:spcBef>
                <a:spcPts val="0"/>
              </a:spcBef>
              <a:spcAft>
                <a:spcPts val="0"/>
              </a:spcAft>
              <a:buNone/>
            </a:pPr>
            <a:r>
              <a:rPr b="1" lang="fr-FR" sz="1500">
                <a:solidFill>
                  <a:schemeClr val="dk1"/>
                </a:solidFill>
                <a:latin typeface="Arial"/>
                <a:ea typeface="Arial"/>
                <a:cs typeface="Arial"/>
                <a:sym typeface="Arial"/>
              </a:rPr>
              <a:t>Exploitation des insights clients </a:t>
            </a:r>
            <a:r>
              <a:rPr lang="fr-FR" sz="1500">
                <a:solidFill>
                  <a:schemeClr val="dk2"/>
                </a:solidFill>
                <a:latin typeface="Arial"/>
                <a:ea typeface="Arial"/>
                <a:cs typeface="Arial"/>
                <a:sym typeface="Arial"/>
              </a:rPr>
              <a:t>Analyse continue des retours et ajustement des offres.</a:t>
            </a:r>
            <a:endParaRPr>
              <a:solidFill>
                <a:schemeClr val="dk2"/>
              </a:solidFill>
            </a:endParaRPr>
          </a:p>
        </p:txBody>
      </p:sp>
      <p:sp>
        <p:nvSpPr>
          <p:cNvPr id="471" name="Google Shape;471;p17"/>
          <p:cNvSpPr txBox="1"/>
          <p:nvPr/>
        </p:nvSpPr>
        <p:spPr>
          <a:xfrm>
            <a:off x="7349502" y="3088869"/>
            <a:ext cx="2858100" cy="1167900"/>
          </a:xfrm>
          <a:prstGeom prst="rect">
            <a:avLst/>
          </a:prstGeom>
          <a:noFill/>
          <a:ln>
            <a:noFill/>
          </a:ln>
        </p:spPr>
        <p:txBody>
          <a:bodyPr anchorCtr="0" anchor="t" bIns="0" lIns="0" spcFirstLastPara="1" rIns="0" wrap="square" tIns="0">
            <a:spAutoFit/>
          </a:bodyPr>
          <a:lstStyle/>
          <a:p>
            <a:pPr indent="0" lvl="0" marL="170180" marR="142875" rtl="0" algn="ctr">
              <a:lnSpc>
                <a:spcPct val="101800"/>
              </a:lnSpc>
              <a:spcBef>
                <a:spcPts val="0"/>
              </a:spcBef>
              <a:spcAft>
                <a:spcPts val="0"/>
              </a:spcAft>
              <a:buNone/>
            </a:pPr>
            <a:r>
              <a:rPr b="1" lang="fr-FR" sz="1500">
                <a:solidFill>
                  <a:schemeClr val="dk1"/>
                </a:solidFill>
                <a:latin typeface="Arial"/>
                <a:ea typeface="Arial"/>
                <a:cs typeface="Arial"/>
                <a:sym typeface="Arial"/>
              </a:rPr>
              <a:t>Optimisation des bases de données</a:t>
            </a:r>
            <a:endParaRPr sz="1500">
              <a:solidFill>
                <a:schemeClr val="dk1"/>
              </a:solidFill>
              <a:latin typeface="Arial"/>
              <a:ea typeface="Arial"/>
              <a:cs typeface="Arial"/>
              <a:sym typeface="Arial"/>
            </a:endParaRPr>
          </a:p>
          <a:p>
            <a:pPr indent="23494" lvl="0" marL="12065" marR="5080" rtl="0" algn="ctr">
              <a:lnSpc>
                <a:spcPct val="100400"/>
              </a:lnSpc>
              <a:spcBef>
                <a:spcPts val="25"/>
              </a:spcBef>
              <a:spcAft>
                <a:spcPts val="0"/>
              </a:spcAft>
              <a:buNone/>
            </a:pPr>
            <a:r>
              <a:rPr lang="fr-FR" sz="1500">
                <a:solidFill>
                  <a:schemeClr val="dk2"/>
                </a:solidFill>
              </a:rPr>
              <a:t>Amélioration catégorisation produits pour meilleure exploitation BDD.</a:t>
            </a:r>
            <a:endParaRPr>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9CB9C"/>
        </a:solidFill>
      </p:bgPr>
    </p:bg>
    <p:spTree>
      <p:nvGrpSpPr>
        <p:cNvPr id="475" name="Shape 475"/>
        <p:cNvGrpSpPr/>
        <p:nvPr/>
      </p:nvGrpSpPr>
      <p:grpSpPr>
        <a:xfrm>
          <a:off x="0" y="0"/>
          <a:ext cx="0" cy="0"/>
          <a:chOff x="0" y="0"/>
          <a:chExt cx="0" cy="0"/>
        </a:xfrm>
      </p:grpSpPr>
      <p:sp>
        <p:nvSpPr>
          <p:cNvPr id="476" name="Google Shape;476;p18"/>
          <p:cNvSpPr/>
          <p:nvPr/>
        </p:nvSpPr>
        <p:spPr>
          <a:xfrm>
            <a:off x="0" y="6691896"/>
            <a:ext cx="10692130" cy="0"/>
          </a:xfrm>
          <a:custGeom>
            <a:rect b="b" l="l" r="r" t="t"/>
            <a:pathLst>
              <a:path extrusionOk="0" h="120000" w="10692130">
                <a:moveTo>
                  <a:pt x="0" y="0"/>
                </a:moveTo>
                <a:lnTo>
                  <a:pt x="10692003" y="0"/>
                </a:lnTo>
              </a:path>
            </a:pathLst>
          </a:custGeom>
          <a:noFill/>
          <a:ln cap="flat" cmpd="sng" w="41525">
            <a:solidFill>
              <a:srgbClr val="60CF9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8"/>
          <p:cNvSpPr/>
          <p:nvPr/>
        </p:nvSpPr>
        <p:spPr>
          <a:xfrm>
            <a:off x="0" y="6766666"/>
            <a:ext cx="10692130" cy="0"/>
          </a:xfrm>
          <a:custGeom>
            <a:rect b="b" l="l" r="r" t="t"/>
            <a:pathLst>
              <a:path extrusionOk="0" h="120000" w="10692130">
                <a:moveTo>
                  <a:pt x="0" y="0"/>
                </a:moveTo>
                <a:lnTo>
                  <a:pt x="10692003" y="0"/>
                </a:lnTo>
              </a:path>
            </a:pathLst>
          </a:custGeom>
          <a:noFill/>
          <a:ln cap="flat" cmpd="sng" w="41525">
            <a:solidFill>
              <a:srgbClr val="67D49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8"/>
          <p:cNvSpPr txBox="1"/>
          <p:nvPr>
            <p:ph type="title"/>
          </p:nvPr>
        </p:nvSpPr>
        <p:spPr>
          <a:xfrm>
            <a:off x="485761" y="1050204"/>
            <a:ext cx="9721800" cy="369300"/>
          </a:xfrm>
          <a:prstGeom prst="rect">
            <a:avLst/>
          </a:prstGeom>
          <a:noFill/>
          <a:ln>
            <a:noFill/>
          </a:ln>
        </p:spPr>
        <p:txBody>
          <a:bodyPr anchorCtr="0" anchor="t" bIns="0" lIns="0" spcFirstLastPara="1" rIns="0" wrap="square" tIns="0">
            <a:spAutoFit/>
          </a:bodyPr>
          <a:lstStyle/>
          <a:p>
            <a:pPr indent="0" lvl="0" marL="12700" rtl="0" algn="l">
              <a:lnSpc>
                <a:spcPct val="118958"/>
              </a:lnSpc>
              <a:spcBef>
                <a:spcPts val="0"/>
              </a:spcBef>
              <a:spcAft>
                <a:spcPts val="0"/>
              </a:spcAft>
              <a:buNone/>
            </a:pPr>
            <a:r>
              <a:rPr lang="fr-FR" sz="2400">
                <a:solidFill>
                  <a:srgbClr val="21282A"/>
                </a:solidFill>
              </a:rPr>
              <a:t>Merci pour votre attention</a:t>
            </a:r>
            <a:endParaRPr sz="2400"/>
          </a:p>
        </p:txBody>
      </p:sp>
      <p:pic>
        <p:nvPicPr>
          <p:cNvPr id="479" name="Google Shape;479;p18"/>
          <p:cNvPicPr preferRelativeResize="0"/>
          <p:nvPr/>
        </p:nvPicPr>
        <p:blipFill>
          <a:blip r:embed="rId3">
            <a:alphaModFix/>
          </a:blip>
          <a:stretch>
            <a:fillRect/>
          </a:stretch>
        </p:blipFill>
        <p:spPr>
          <a:xfrm>
            <a:off x="2391773" y="1578076"/>
            <a:ext cx="5909849" cy="4406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2025-02-14T12:10:28Z</dcterms:created>
  <dc:creator>Online2PDF.com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2025-02-14T00:00:00Z</vt:filetime>
  </property>
  <property fmtid="{D5CDD505-2E9C-101B-9397-08002B2CF9AE}" pid="3" name="LastSaved">
    <vt:filetime>2025-02-14T00:00:00Z</vt:filetime>
  </property>
</Properties>
</file>