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Nunito"/>
      <p:regular r:id="rId23"/>
      <p:bold r:id="rId24"/>
      <p:italic r:id="rId25"/>
      <p:boldItalic r:id="rId26"/>
    </p:embeddedFont>
    <p:embeddedFont>
      <p:font typeface="Titillium Web"/>
      <p:regular r:id="rId27"/>
      <p:bold r:id="rId28"/>
      <p:italic r:id="rId29"/>
      <p:boldItalic r:id="rId30"/>
    </p:embeddedFont>
    <p:embeddedFont>
      <p:font typeface="Maven Pro"/>
      <p:regular r:id="rId31"/>
      <p:bold r:id="rId32"/>
    </p:embeddedFont>
    <p:embeddedFont>
      <p:font typeface="Maven Pro Medium"/>
      <p:regular r:id="rId33"/>
      <p:bold r:id="rId34"/>
    </p:embeddedFont>
    <p:embeddedFont>
      <p:font typeface="DM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9" roundtripDataSignature="AMtx7mgXwV9ivfp0wHs+AARdHY2X8L334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Nunito-bold.fntdata"/><Relationship Id="rId23" Type="http://schemas.openxmlformats.org/officeDocument/2006/relationships/font" Target="fonts/Nuni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boldItalic.fntdata"/><Relationship Id="rId25" Type="http://schemas.openxmlformats.org/officeDocument/2006/relationships/font" Target="fonts/Nunito-italic.fntdata"/><Relationship Id="rId28" Type="http://schemas.openxmlformats.org/officeDocument/2006/relationships/font" Target="fonts/TitilliumWeb-bold.fntdata"/><Relationship Id="rId27" Type="http://schemas.openxmlformats.org/officeDocument/2006/relationships/font" Target="fonts/TitilliumWeb-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TitilliumWeb-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avenPro-regular.fntdata"/><Relationship Id="rId30" Type="http://schemas.openxmlformats.org/officeDocument/2006/relationships/font" Target="fonts/TitilliumWeb-boldItalic.fntdata"/><Relationship Id="rId11" Type="http://schemas.openxmlformats.org/officeDocument/2006/relationships/slide" Target="slides/slide6.xml"/><Relationship Id="rId33" Type="http://schemas.openxmlformats.org/officeDocument/2006/relationships/font" Target="fonts/MavenProMedium-regular.fntdata"/><Relationship Id="rId10" Type="http://schemas.openxmlformats.org/officeDocument/2006/relationships/slide" Target="slides/slide5.xml"/><Relationship Id="rId32" Type="http://schemas.openxmlformats.org/officeDocument/2006/relationships/font" Target="fonts/MavenPro-bold.fntdata"/><Relationship Id="rId13" Type="http://schemas.openxmlformats.org/officeDocument/2006/relationships/slide" Target="slides/slide8.xml"/><Relationship Id="rId35" Type="http://schemas.openxmlformats.org/officeDocument/2006/relationships/font" Target="fonts/DMSans-regular.fntdata"/><Relationship Id="rId12" Type="http://schemas.openxmlformats.org/officeDocument/2006/relationships/slide" Target="slides/slide7.xml"/><Relationship Id="rId34" Type="http://schemas.openxmlformats.org/officeDocument/2006/relationships/font" Target="fonts/MavenProMedium-bold.fntdata"/><Relationship Id="rId15" Type="http://schemas.openxmlformats.org/officeDocument/2006/relationships/slide" Target="slides/slide10.xml"/><Relationship Id="rId37" Type="http://schemas.openxmlformats.org/officeDocument/2006/relationships/font" Target="fonts/DMSans-italic.fntdata"/><Relationship Id="rId14" Type="http://schemas.openxmlformats.org/officeDocument/2006/relationships/slide" Target="slides/slide9.xml"/><Relationship Id="rId36" Type="http://schemas.openxmlformats.org/officeDocument/2006/relationships/font" Target="fonts/DMSans-bold.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DMSans-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0a7db0e28c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0a7db0e28c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0a7db0e28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0a7db0e28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0a7db0e2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0a7db0e2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0a7db0e28c_0_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g30a7db0e28c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0a7db0e28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0a7db0e28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0a7db0e28c_0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g30a7db0e28c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0a7db0e28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0a7db0e28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0a7db0e28c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g30a7db0e28c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0a7db0e28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0a7db0e28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0a7db0e28c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g30a7db0e28c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0a7db0e28c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0a7db0e28c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0a8c9dc8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0a8c9dc8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 name="Shape 9"/>
        <p:cNvGrpSpPr/>
        <p:nvPr/>
      </p:nvGrpSpPr>
      <p:grpSpPr>
        <a:xfrm>
          <a:off x="0" y="0"/>
          <a:ext cx="0" cy="0"/>
          <a:chOff x="0" y="0"/>
          <a:chExt cx="0" cy="0"/>
        </a:xfrm>
      </p:grpSpPr>
      <p:grpSp>
        <p:nvGrpSpPr>
          <p:cNvPr id="10" name="Google Shape;10;p9"/>
          <p:cNvGrpSpPr/>
          <p:nvPr/>
        </p:nvGrpSpPr>
        <p:grpSpPr>
          <a:xfrm>
            <a:off x="6866714" y="1255"/>
            <a:ext cx="2267380" cy="2601741"/>
            <a:chOff x="6790514" y="1255"/>
            <a:chExt cx="2267380" cy="2601741"/>
          </a:xfrm>
        </p:grpSpPr>
        <p:grpSp>
          <p:nvGrpSpPr>
            <p:cNvPr id="11" name="Google Shape;11;p9"/>
            <p:cNvGrpSpPr/>
            <p:nvPr/>
          </p:nvGrpSpPr>
          <p:grpSpPr>
            <a:xfrm>
              <a:off x="7067536" y="1255"/>
              <a:ext cx="1990358" cy="1990303"/>
              <a:chOff x="7067536" y="1255"/>
              <a:chExt cx="1990358" cy="1990303"/>
            </a:xfrm>
          </p:grpSpPr>
          <p:sp>
            <p:nvSpPr>
              <p:cNvPr id="12" name="Google Shape;12;p9"/>
              <p:cNvSpPr/>
              <p:nvPr/>
            </p:nvSpPr>
            <p:spPr>
              <a:xfrm rot="-8648551">
                <a:off x="7594313" y="527721"/>
                <a:ext cx="937226" cy="937226"/>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9"/>
              <p:cNvSpPr/>
              <p:nvPr/>
            </p:nvSpPr>
            <p:spPr>
              <a:xfrm rot="-8648551">
                <a:off x="7594313" y="527721"/>
                <a:ext cx="937226" cy="937226"/>
              </a:xfrm>
              <a:prstGeom prst="pie">
                <a:avLst>
                  <a:gd fmla="val 19376841" name="adj1"/>
                  <a:gd fmla="val 12313574"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9"/>
              <p:cNvSpPr/>
              <p:nvPr/>
            </p:nvSpPr>
            <p:spPr>
              <a:xfrm rot="-8649154">
                <a:off x="7349891" y="283705"/>
                <a:ext cx="1425647" cy="1425404"/>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 name="Google Shape;15;p9"/>
            <p:cNvGrpSpPr/>
            <p:nvPr/>
          </p:nvGrpSpPr>
          <p:grpSpPr>
            <a:xfrm>
              <a:off x="8207126" y="1807997"/>
              <a:ext cx="795000" cy="795000"/>
              <a:chOff x="8207126" y="1807997"/>
              <a:chExt cx="795000" cy="795000"/>
            </a:xfrm>
          </p:grpSpPr>
          <p:sp>
            <p:nvSpPr>
              <p:cNvPr id="16" name="Google Shape;16;p9"/>
              <p:cNvSpPr/>
              <p:nvPr/>
            </p:nvSpPr>
            <p:spPr>
              <a:xfrm rot="2152054">
                <a:off x="8319942" y="1920813"/>
                <a:ext cx="569367" cy="569367"/>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9"/>
              <p:cNvSpPr/>
              <p:nvPr/>
            </p:nvSpPr>
            <p:spPr>
              <a:xfrm rot="2150259">
                <a:off x="8408218" y="2008610"/>
                <a:ext cx="393004" cy="393004"/>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9"/>
              <p:cNvSpPr/>
              <p:nvPr/>
            </p:nvSpPr>
            <p:spPr>
              <a:xfrm rot="2150259">
                <a:off x="8408218" y="2008610"/>
                <a:ext cx="393004" cy="393004"/>
              </a:xfrm>
              <a:prstGeom prst="pie">
                <a:avLst>
                  <a:gd fmla="val 5699893" name="adj1"/>
                  <a:gd fmla="val 12313574"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 name="Google Shape;19;p9"/>
            <p:cNvGrpSpPr/>
            <p:nvPr/>
          </p:nvGrpSpPr>
          <p:grpSpPr>
            <a:xfrm>
              <a:off x="6790514" y="118857"/>
              <a:ext cx="548700" cy="548700"/>
              <a:chOff x="6790514" y="118857"/>
              <a:chExt cx="548700" cy="548700"/>
            </a:xfrm>
          </p:grpSpPr>
          <p:sp>
            <p:nvSpPr>
              <p:cNvPr id="20" name="Google Shape;20;p9"/>
              <p:cNvSpPr/>
              <p:nvPr/>
            </p:nvSpPr>
            <p:spPr>
              <a:xfrm rot="2150259">
                <a:off x="6868362" y="196705"/>
                <a:ext cx="393004" cy="393004"/>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9"/>
              <p:cNvSpPr/>
              <p:nvPr/>
            </p:nvSpPr>
            <p:spPr>
              <a:xfrm rot="2150259">
                <a:off x="6868362" y="196705"/>
                <a:ext cx="393004" cy="393004"/>
              </a:xfrm>
              <a:prstGeom prst="pie">
                <a:avLst>
                  <a:gd fmla="val 5699893" name="adj1"/>
                  <a:gd fmla="val 12313574"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2" name="Google Shape;22;p9"/>
          <p:cNvSpPr txBox="1"/>
          <p:nvPr>
            <p:ph type="title"/>
          </p:nvPr>
        </p:nvSpPr>
        <p:spPr>
          <a:xfrm>
            <a:off x="824000" y="763600"/>
            <a:ext cx="5857800" cy="3573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3" name="Google Shape;23;p9"/>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grpSp>
        <p:nvGrpSpPr>
          <p:cNvPr id="25" name="Google Shape;25;p10"/>
          <p:cNvGrpSpPr/>
          <p:nvPr/>
        </p:nvGrpSpPr>
        <p:grpSpPr>
          <a:xfrm>
            <a:off x="625966" y="299376"/>
            <a:ext cx="999312" cy="999312"/>
            <a:chOff x="348199" y="179450"/>
            <a:chExt cx="1116300" cy="1116300"/>
          </a:xfrm>
        </p:grpSpPr>
        <p:sp>
          <p:nvSpPr>
            <p:cNvPr id="26" name="Google Shape;26;p10"/>
            <p:cNvSpPr/>
            <p:nvPr/>
          </p:nvSpPr>
          <p:spPr>
            <a:xfrm rot="-5400000">
              <a:off x="574557" y="405788"/>
              <a:ext cx="663600" cy="6636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0"/>
            <p:cNvSpPr/>
            <p:nvPr/>
          </p:nvSpPr>
          <p:spPr>
            <a:xfrm rot="-5400000">
              <a:off x="348199" y="179450"/>
              <a:ext cx="1116300" cy="11163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 name="Google Shape;28;p10"/>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10"/>
          <p:cNvSpPr txBox="1"/>
          <p:nvPr>
            <p:ph idx="1" type="body"/>
          </p:nvPr>
        </p:nvSpPr>
        <p:spPr>
          <a:xfrm>
            <a:off x="1303800" y="1990050"/>
            <a:ext cx="7030500" cy="2541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0" name="Google Shape;30;p10"/>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1" name="Shape 31"/>
        <p:cNvGrpSpPr/>
        <p:nvPr/>
      </p:nvGrpSpPr>
      <p:grpSpPr>
        <a:xfrm>
          <a:off x="0" y="0"/>
          <a:ext cx="0" cy="0"/>
          <a:chOff x="0" y="0"/>
          <a:chExt cx="0" cy="0"/>
        </a:xfrm>
      </p:grpSpPr>
      <p:grpSp>
        <p:nvGrpSpPr>
          <p:cNvPr id="32" name="Google Shape;32;p11"/>
          <p:cNvGrpSpPr/>
          <p:nvPr/>
        </p:nvGrpSpPr>
        <p:grpSpPr>
          <a:xfrm>
            <a:off x="52" y="4099200"/>
            <a:ext cx="9144036" cy="1044300"/>
            <a:chOff x="52" y="4099200"/>
            <a:chExt cx="9144036" cy="1044300"/>
          </a:xfrm>
        </p:grpSpPr>
        <p:grpSp>
          <p:nvGrpSpPr>
            <p:cNvPr id="33" name="Google Shape;33;p11"/>
            <p:cNvGrpSpPr/>
            <p:nvPr/>
          </p:nvGrpSpPr>
          <p:grpSpPr>
            <a:xfrm>
              <a:off x="52" y="4309200"/>
              <a:ext cx="231622" cy="834300"/>
              <a:chOff x="2688737" y="4301380"/>
              <a:chExt cx="231900" cy="834300"/>
            </a:xfrm>
          </p:grpSpPr>
          <p:sp>
            <p:nvSpPr>
              <p:cNvPr id="34" name="Google Shape;34;p11"/>
              <p:cNvSpPr/>
              <p:nvPr/>
            </p:nvSpPr>
            <p:spPr>
              <a:xfrm flipH="1">
                <a:off x="2688737" y="4720780"/>
                <a:ext cx="2319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11"/>
              <p:cNvSpPr/>
              <p:nvPr/>
            </p:nvSpPr>
            <p:spPr>
              <a:xfrm flipH="1">
                <a:off x="2688737" y="4301380"/>
                <a:ext cx="2319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11"/>
              <p:cNvSpPr/>
              <p:nvPr/>
            </p:nvSpPr>
            <p:spPr>
              <a:xfrm flipH="1">
                <a:off x="2688737" y="4511080"/>
                <a:ext cx="2319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1"/>
              <p:cNvSpPr/>
              <p:nvPr/>
            </p:nvSpPr>
            <p:spPr>
              <a:xfrm flipH="1">
                <a:off x="2688737" y="4930480"/>
                <a:ext cx="2319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 name="Google Shape;38;p11"/>
            <p:cNvGrpSpPr/>
            <p:nvPr/>
          </p:nvGrpSpPr>
          <p:grpSpPr>
            <a:xfrm>
              <a:off x="371406" y="4099200"/>
              <a:ext cx="231622" cy="1044300"/>
              <a:chOff x="2688737" y="4091380"/>
              <a:chExt cx="231900" cy="1044300"/>
            </a:xfrm>
          </p:grpSpPr>
          <p:sp>
            <p:nvSpPr>
              <p:cNvPr id="39" name="Google Shape;39;p11"/>
              <p:cNvSpPr/>
              <p:nvPr/>
            </p:nvSpPr>
            <p:spPr>
              <a:xfrm flipH="1">
                <a:off x="2688737" y="4720780"/>
                <a:ext cx="2319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11"/>
              <p:cNvSpPr/>
              <p:nvPr/>
            </p:nvSpPr>
            <p:spPr>
              <a:xfrm flipH="1">
                <a:off x="2688737" y="4301380"/>
                <a:ext cx="2319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1"/>
              <p:cNvSpPr/>
              <p:nvPr/>
            </p:nvSpPr>
            <p:spPr>
              <a:xfrm flipH="1">
                <a:off x="2688737" y="4511080"/>
                <a:ext cx="2319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1"/>
              <p:cNvSpPr/>
              <p:nvPr/>
            </p:nvSpPr>
            <p:spPr>
              <a:xfrm flipH="1">
                <a:off x="2688737" y="4091380"/>
                <a:ext cx="231900" cy="104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1"/>
              <p:cNvSpPr/>
              <p:nvPr/>
            </p:nvSpPr>
            <p:spPr>
              <a:xfrm flipH="1">
                <a:off x="2688737" y="4930480"/>
                <a:ext cx="2319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 name="Google Shape;44;p11"/>
            <p:cNvGrpSpPr/>
            <p:nvPr/>
          </p:nvGrpSpPr>
          <p:grpSpPr>
            <a:xfrm>
              <a:off x="742761" y="4309200"/>
              <a:ext cx="231622" cy="834300"/>
              <a:chOff x="2688737" y="4301380"/>
              <a:chExt cx="231900" cy="834300"/>
            </a:xfrm>
          </p:grpSpPr>
          <p:sp>
            <p:nvSpPr>
              <p:cNvPr id="45" name="Google Shape;45;p11"/>
              <p:cNvSpPr/>
              <p:nvPr/>
            </p:nvSpPr>
            <p:spPr>
              <a:xfrm flipH="1">
                <a:off x="2688737" y="4720780"/>
                <a:ext cx="2319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11"/>
              <p:cNvSpPr/>
              <p:nvPr/>
            </p:nvSpPr>
            <p:spPr>
              <a:xfrm flipH="1">
                <a:off x="2688737" y="4301380"/>
                <a:ext cx="2319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11"/>
              <p:cNvSpPr/>
              <p:nvPr/>
            </p:nvSpPr>
            <p:spPr>
              <a:xfrm flipH="1">
                <a:off x="2688737" y="4511080"/>
                <a:ext cx="2319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1"/>
              <p:cNvSpPr/>
              <p:nvPr/>
            </p:nvSpPr>
            <p:spPr>
              <a:xfrm flipH="1">
                <a:off x="2688737" y="4930480"/>
                <a:ext cx="2319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 name="Google Shape;49;p11"/>
            <p:cNvGrpSpPr/>
            <p:nvPr/>
          </p:nvGrpSpPr>
          <p:grpSpPr>
            <a:xfrm>
              <a:off x="1114115" y="4518900"/>
              <a:ext cx="231622" cy="624600"/>
              <a:chOff x="2688737" y="4511080"/>
              <a:chExt cx="231900" cy="624600"/>
            </a:xfrm>
          </p:grpSpPr>
          <p:sp>
            <p:nvSpPr>
              <p:cNvPr id="50" name="Google Shape;50;p11"/>
              <p:cNvSpPr/>
              <p:nvPr/>
            </p:nvSpPr>
            <p:spPr>
              <a:xfrm flipH="1">
                <a:off x="2688737" y="4720780"/>
                <a:ext cx="2319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1"/>
              <p:cNvSpPr/>
              <p:nvPr/>
            </p:nvSpPr>
            <p:spPr>
              <a:xfrm flipH="1">
                <a:off x="2688737" y="4511080"/>
                <a:ext cx="2319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1"/>
              <p:cNvSpPr/>
              <p:nvPr/>
            </p:nvSpPr>
            <p:spPr>
              <a:xfrm flipH="1">
                <a:off x="2688737" y="4930480"/>
                <a:ext cx="2319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3" name="Google Shape;53;p11"/>
            <p:cNvGrpSpPr/>
            <p:nvPr/>
          </p:nvGrpSpPr>
          <p:grpSpPr>
            <a:xfrm>
              <a:off x="1856753" y="4099200"/>
              <a:ext cx="231600" cy="1044300"/>
              <a:chOff x="1856753" y="4099200"/>
              <a:chExt cx="231600" cy="1044300"/>
            </a:xfrm>
          </p:grpSpPr>
          <p:sp>
            <p:nvSpPr>
              <p:cNvPr id="54" name="Google Shape;54;p11"/>
              <p:cNvSpPr/>
              <p:nvPr/>
            </p:nvSpPr>
            <p:spPr>
              <a:xfrm flipH="1">
                <a:off x="1856753"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1"/>
              <p:cNvSpPr/>
              <p:nvPr/>
            </p:nvSpPr>
            <p:spPr>
              <a:xfrm flipH="1">
                <a:off x="1856753"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11"/>
              <p:cNvSpPr/>
              <p:nvPr/>
            </p:nvSpPr>
            <p:spPr>
              <a:xfrm flipH="1">
                <a:off x="1856753"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1"/>
              <p:cNvSpPr/>
              <p:nvPr/>
            </p:nvSpPr>
            <p:spPr>
              <a:xfrm flipH="1">
                <a:off x="1856753" y="4099200"/>
                <a:ext cx="231600" cy="104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1"/>
              <p:cNvSpPr/>
              <p:nvPr/>
            </p:nvSpPr>
            <p:spPr>
              <a:xfrm flipH="1">
                <a:off x="1856753"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 name="Google Shape;59;p11"/>
            <p:cNvGrpSpPr/>
            <p:nvPr/>
          </p:nvGrpSpPr>
          <p:grpSpPr>
            <a:xfrm>
              <a:off x="2228107" y="4309200"/>
              <a:ext cx="231600" cy="834300"/>
              <a:chOff x="2228107" y="4309200"/>
              <a:chExt cx="231600" cy="834300"/>
            </a:xfrm>
          </p:grpSpPr>
          <p:sp>
            <p:nvSpPr>
              <p:cNvPr id="60" name="Google Shape;60;p11"/>
              <p:cNvSpPr/>
              <p:nvPr/>
            </p:nvSpPr>
            <p:spPr>
              <a:xfrm flipH="1">
                <a:off x="2228107"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1"/>
              <p:cNvSpPr/>
              <p:nvPr/>
            </p:nvSpPr>
            <p:spPr>
              <a:xfrm flipH="1">
                <a:off x="2228107"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1"/>
              <p:cNvSpPr/>
              <p:nvPr/>
            </p:nvSpPr>
            <p:spPr>
              <a:xfrm flipH="1">
                <a:off x="2228107"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1"/>
              <p:cNvSpPr/>
              <p:nvPr/>
            </p:nvSpPr>
            <p:spPr>
              <a:xfrm flipH="1">
                <a:off x="2228107"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 name="Google Shape;64;p11"/>
            <p:cNvGrpSpPr/>
            <p:nvPr/>
          </p:nvGrpSpPr>
          <p:grpSpPr>
            <a:xfrm>
              <a:off x="2599462" y="4518900"/>
              <a:ext cx="231600" cy="624600"/>
              <a:chOff x="2599462" y="4518900"/>
              <a:chExt cx="231600" cy="624600"/>
            </a:xfrm>
          </p:grpSpPr>
          <p:sp>
            <p:nvSpPr>
              <p:cNvPr id="65" name="Google Shape;65;p11"/>
              <p:cNvSpPr/>
              <p:nvPr/>
            </p:nvSpPr>
            <p:spPr>
              <a:xfrm flipH="1">
                <a:off x="2599462"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1"/>
              <p:cNvSpPr/>
              <p:nvPr/>
            </p:nvSpPr>
            <p:spPr>
              <a:xfrm flipH="1">
                <a:off x="2599462"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1"/>
              <p:cNvSpPr/>
              <p:nvPr/>
            </p:nvSpPr>
            <p:spPr>
              <a:xfrm flipH="1">
                <a:off x="2599462"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8" name="Google Shape;68;p11"/>
            <p:cNvGrpSpPr/>
            <p:nvPr/>
          </p:nvGrpSpPr>
          <p:grpSpPr>
            <a:xfrm>
              <a:off x="3342171" y="4099200"/>
              <a:ext cx="231600" cy="1044300"/>
              <a:chOff x="3342171" y="4099200"/>
              <a:chExt cx="231600" cy="1044300"/>
            </a:xfrm>
          </p:grpSpPr>
          <p:sp>
            <p:nvSpPr>
              <p:cNvPr id="69" name="Google Shape;69;p11"/>
              <p:cNvSpPr/>
              <p:nvPr/>
            </p:nvSpPr>
            <p:spPr>
              <a:xfrm flipH="1">
                <a:off x="3342171"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1"/>
              <p:cNvSpPr/>
              <p:nvPr/>
            </p:nvSpPr>
            <p:spPr>
              <a:xfrm flipH="1">
                <a:off x="3342171"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1"/>
              <p:cNvSpPr/>
              <p:nvPr/>
            </p:nvSpPr>
            <p:spPr>
              <a:xfrm flipH="1">
                <a:off x="3342171"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1"/>
              <p:cNvSpPr/>
              <p:nvPr/>
            </p:nvSpPr>
            <p:spPr>
              <a:xfrm flipH="1">
                <a:off x="3342171" y="4099200"/>
                <a:ext cx="231600" cy="104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1"/>
              <p:cNvSpPr/>
              <p:nvPr/>
            </p:nvSpPr>
            <p:spPr>
              <a:xfrm flipH="1">
                <a:off x="3342171"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 name="Google Shape;74;p11"/>
            <p:cNvGrpSpPr/>
            <p:nvPr/>
          </p:nvGrpSpPr>
          <p:grpSpPr>
            <a:xfrm>
              <a:off x="3713525" y="4309200"/>
              <a:ext cx="231600" cy="834300"/>
              <a:chOff x="3713525" y="4309200"/>
              <a:chExt cx="231600" cy="834300"/>
            </a:xfrm>
          </p:grpSpPr>
          <p:sp>
            <p:nvSpPr>
              <p:cNvPr id="75" name="Google Shape;75;p11"/>
              <p:cNvSpPr/>
              <p:nvPr/>
            </p:nvSpPr>
            <p:spPr>
              <a:xfrm flipH="1">
                <a:off x="3713525"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1"/>
              <p:cNvSpPr/>
              <p:nvPr/>
            </p:nvSpPr>
            <p:spPr>
              <a:xfrm flipH="1">
                <a:off x="3713525"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1"/>
              <p:cNvSpPr/>
              <p:nvPr/>
            </p:nvSpPr>
            <p:spPr>
              <a:xfrm flipH="1">
                <a:off x="3713525"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1"/>
              <p:cNvSpPr/>
              <p:nvPr/>
            </p:nvSpPr>
            <p:spPr>
              <a:xfrm flipH="1">
                <a:off x="3713525"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9" name="Google Shape;79;p11"/>
            <p:cNvGrpSpPr/>
            <p:nvPr/>
          </p:nvGrpSpPr>
          <p:grpSpPr>
            <a:xfrm>
              <a:off x="1485398" y="4309200"/>
              <a:ext cx="231600" cy="834300"/>
              <a:chOff x="1485398" y="4309200"/>
              <a:chExt cx="231600" cy="834300"/>
            </a:xfrm>
          </p:grpSpPr>
          <p:sp>
            <p:nvSpPr>
              <p:cNvPr id="80" name="Google Shape;80;p11"/>
              <p:cNvSpPr/>
              <p:nvPr/>
            </p:nvSpPr>
            <p:spPr>
              <a:xfrm flipH="1">
                <a:off x="1485398"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1"/>
              <p:cNvSpPr/>
              <p:nvPr/>
            </p:nvSpPr>
            <p:spPr>
              <a:xfrm flipH="1">
                <a:off x="1485398"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1"/>
              <p:cNvSpPr/>
              <p:nvPr/>
            </p:nvSpPr>
            <p:spPr>
              <a:xfrm flipH="1">
                <a:off x="1485398"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1"/>
              <p:cNvSpPr/>
              <p:nvPr/>
            </p:nvSpPr>
            <p:spPr>
              <a:xfrm flipH="1">
                <a:off x="1485398"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4" name="Google Shape;84;p11"/>
            <p:cNvGrpSpPr/>
            <p:nvPr/>
          </p:nvGrpSpPr>
          <p:grpSpPr>
            <a:xfrm>
              <a:off x="4084879" y="4518900"/>
              <a:ext cx="231600" cy="624600"/>
              <a:chOff x="4084879" y="4518900"/>
              <a:chExt cx="231600" cy="624600"/>
            </a:xfrm>
          </p:grpSpPr>
          <p:sp>
            <p:nvSpPr>
              <p:cNvPr id="85" name="Google Shape;85;p11"/>
              <p:cNvSpPr/>
              <p:nvPr/>
            </p:nvSpPr>
            <p:spPr>
              <a:xfrm flipH="1">
                <a:off x="4084879"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1"/>
              <p:cNvSpPr/>
              <p:nvPr/>
            </p:nvSpPr>
            <p:spPr>
              <a:xfrm flipH="1">
                <a:off x="4084879"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1"/>
              <p:cNvSpPr/>
              <p:nvPr/>
            </p:nvSpPr>
            <p:spPr>
              <a:xfrm flipH="1">
                <a:off x="4084879"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8" name="Google Shape;88;p11"/>
            <p:cNvGrpSpPr/>
            <p:nvPr/>
          </p:nvGrpSpPr>
          <p:grpSpPr>
            <a:xfrm>
              <a:off x="2970816" y="4309200"/>
              <a:ext cx="231600" cy="834300"/>
              <a:chOff x="2970816" y="4309200"/>
              <a:chExt cx="231600" cy="834300"/>
            </a:xfrm>
          </p:grpSpPr>
          <p:sp>
            <p:nvSpPr>
              <p:cNvPr id="89" name="Google Shape;89;p11"/>
              <p:cNvSpPr/>
              <p:nvPr/>
            </p:nvSpPr>
            <p:spPr>
              <a:xfrm flipH="1">
                <a:off x="2970816"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1"/>
              <p:cNvSpPr/>
              <p:nvPr/>
            </p:nvSpPr>
            <p:spPr>
              <a:xfrm flipH="1">
                <a:off x="2970816"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1"/>
              <p:cNvSpPr/>
              <p:nvPr/>
            </p:nvSpPr>
            <p:spPr>
              <a:xfrm flipH="1">
                <a:off x="2970816"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1"/>
              <p:cNvSpPr/>
              <p:nvPr/>
            </p:nvSpPr>
            <p:spPr>
              <a:xfrm flipH="1">
                <a:off x="2970816"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3" name="Google Shape;93;p11"/>
            <p:cNvGrpSpPr/>
            <p:nvPr/>
          </p:nvGrpSpPr>
          <p:grpSpPr>
            <a:xfrm>
              <a:off x="4456234" y="4309200"/>
              <a:ext cx="231600" cy="834300"/>
              <a:chOff x="4456234" y="4309200"/>
              <a:chExt cx="231600" cy="834300"/>
            </a:xfrm>
          </p:grpSpPr>
          <p:sp>
            <p:nvSpPr>
              <p:cNvPr id="94" name="Google Shape;94;p11"/>
              <p:cNvSpPr/>
              <p:nvPr/>
            </p:nvSpPr>
            <p:spPr>
              <a:xfrm flipH="1">
                <a:off x="4456234"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1"/>
              <p:cNvSpPr/>
              <p:nvPr/>
            </p:nvSpPr>
            <p:spPr>
              <a:xfrm flipH="1">
                <a:off x="4456234"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1"/>
              <p:cNvSpPr/>
              <p:nvPr/>
            </p:nvSpPr>
            <p:spPr>
              <a:xfrm flipH="1">
                <a:off x="4456234"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1"/>
              <p:cNvSpPr/>
              <p:nvPr/>
            </p:nvSpPr>
            <p:spPr>
              <a:xfrm flipH="1">
                <a:off x="4456234"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8" name="Google Shape;98;p11"/>
            <p:cNvGrpSpPr/>
            <p:nvPr/>
          </p:nvGrpSpPr>
          <p:grpSpPr>
            <a:xfrm>
              <a:off x="4827588" y="4099200"/>
              <a:ext cx="231600" cy="1044300"/>
              <a:chOff x="4827588" y="4099200"/>
              <a:chExt cx="231600" cy="1044300"/>
            </a:xfrm>
          </p:grpSpPr>
          <p:sp>
            <p:nvSpPr>
              <p:cNvPr id="99" name="Google Shape;99;p11"/>
              <p:cNvSpPr/>
              <p:nvPr/>
            </p:nvSpPr>
            <p:spPr>
              <a:xfrm flipH="1">
                <a:off x="4827588"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1"/>
              <p:cNvSpPr/>
              <p:nvPr/>
            </p:nvSpPr>
            <p:spPr>
              <a:xfrm flipH="1">
                <a:off x="4827588"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1"/>
              <p:cNvSpPr/>
              <p:nvPr/>
            </p:nvSpPr>
            <p:spPr>
              <a:xfrm flipH="1">
                <a:off x="4827588"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1"/>
              <p:cNvSpPr/>
              <p:nvPr/>
            </p:nvSpPr>
            <p:spPr>
              <a:xfrm flipH="1">
                <a:off x="4827588" y="4099200"/>
                <a:ext cx="231600" cy="104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1"/>
              <p:cNvSpPr/>
              <p:nvPr/>
            </p:nvSpPr>
            <p:spPr>
              <a:xfrm flipH="1">
                <a:off x="4827588"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 name="Google Shape;104;p11"/>
            <p:cNvGrpSpPr/>
            <p:nvPr/>
          </p:nvGrpSpPr>
          <p:grpSpPr>
            <a:xfrm>
              <a:off x="5198943" y="4309200"/>
              <a:ext cx="231600" cy="834300"/>
              <a:chOff x="5198943" y="4309200"/>
              <a:chExt cx="231600" cy="834300"/>
            </a:xfrm>
          </p:grpSpPr>
          <p:sp>
            <p:nvSpPr>
              <p:cNvPr id="105" name="Google Shape;105;p11"/>
              <p:cNvSpPr/>
              <p:nvPr/>
            </p:nvSpPr>
            <p:spPr>
              <a:xfrm flipH="1">
                <a:off x="5198943"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1"/>
              <p:cNvSpPr/>
              <p:nvPr/>
            </p:nvSpPr>
            <p:spPr>
              <a:xfrm flipH="1">
                <a:off x="5198943"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1"/>
              <p:cNvSpPr/>
              <p:nvPr/>
            </p:nvSpPr>
            <p:spPr>
              <a:xfrm flipH="1">
                <a:off x="5198943"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1"/>
              <p:cNvSpPr/>
              <p:nvPr/>
            </p:nvSpPr>
            <p:spPr>
              <a:xfrm flipH="1">
                <a:off x="5198943"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9" name="Google Shape;109;p11"/>
            <p:cNvGrpSpPr/>
            <p:nvPr/>
          </p:nvGrpSpPr>
          <p:grpSpPr>
            <a:xfrm>
              <a:off x="5570297" y="4518900"/>
              <a:ext cx="231600" cy="624600"/>
              <a:chOff x="5570297" y="4518900"/>
              <a:chExt cx="231600" cy="624600"/>
            </a:xfrm>
          </p:grpSpPr>
          <p:sp>
            <p:nvSpPr>
              <p:cNvPr id="110" name="Google Shape;110;p11"/>
              <p:cNvSpPr/>
              <p:nvPr/>
            </p:nvSpPr>
            <p:spPr>
              <a:xfrm flipH="1">
                <a:off x="5570297"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1"/>
              <p:cNvSpPr/>
              <p:nvPr/>
            </p:nvSpPr>
            <p:spPr>
              <a:xfrm flipH="1">
                <a:off x="5570297"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1"/>
              <p:cNvSpPr/>
              <p:nvPr/>
            </p:nvSpPr>
            <p:spPr>
              <a:xfrm flipH="1">
                <a:off x="5570297"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3" name="Google Shape;113;p11"/>
            <p:cNvGrpSpPr/>
            <p:nvPr/>
          </p:nvGrpSpPr>
          <p:grpSpPr>
            <a:xfrm>
              <a:off x="5941652" y="4309200"/>
              <a:ext cx="231600" cy="834300"/>
              <a:chOff x="5941652" y="4309200"/>
              <a:chExt cx="231600" cy="834300"/>
            </a:xfrm>
          </p:grpSpPr>
          <p:sp>
            <p:nvSpPr>
              <p:cNvPr id="114" name="Google Shape;114;p11"/>
              <p:cNvSpPr/>
              <p:nvPr/>
            </p:nvSpPr>
            <p:spPr>
              <a:xfrm flipH="1">
                <a:off x="5941652"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1"/>
              <p:cNvSpPr/>
              <p:nvPr/>
            </p:nvSpPr>
            <p:spPr>
              <a:xfrm flipH="1">
                <a:off x="5941652"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1"/>
              <p:cNvSpPr/>
              <p:nvPr/>
            </p:nvSpPr>
            <p:spPr>
              <a:xfrm flipH="1">
                <a:off x="5941652"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1"/>
              <p:cNvSpPr/>
              <p:nvPr/>
            </p:nvSpPr>
            <p:spPr>
              <a:xfrm flipH="1">
                <a:off x="5941652"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 name="Google Shape;118;p11"/>
            <p:cNvGrpSpPr/>
            <p:nvPr/>
          </p:nvGrpSpPr>
          <p:grpSpPr>
            <a:xfrm>
              <a:off x="6313006" y="4099200"/>
              <a:ext cx="231600" cy="1044300"/>
              <a:chOff x="6313006" y="4099200"/>
              <a:chExt cx="231600" cy="1044300"/>
            </a:xfrm>
          </p:grpSpPr>
          <p:sp>
            <p:nvSpPr>
              <p:cNvPr id="119" name="Google Shape;119;p11"/>
              <p:cNvSpPr/>
              <p:nvPr/>
            </p:nvSpPr>
            <p:spPr>
              <a:xfrm flipH="1">
                <a:off x="6313006"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1"/>
              <p:cNvSpPr/>
              <p:nvPr/>
            </p:nvSpPr>
            <p:spPr>
              <a:xfrm flipH="1">
                <a:off x="6313006"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1"/>
              <p:cNvSpPr/>
              <p:nvPr/>
            </p:nvSpPr>
            <p:spPr>
              <a:xfrm flipH="1">
                <a:off x="6313006"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1"/>
              <p:cNvSpPr/>
              <p:nvPr/>
            </p:nvSpPr>
            <p:spPr>
              <a:xfrm flipH="1">
                <a:off x="6313006" y="4099200"/>
                <a:ext cx="231600" cy="104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1"/>
              <p:cNvSpPr/>
              <p:nvPr/>
            </p:nvSpPr>
            <p:spPr>
              <a:xfrm flipH="1">
                <a:off x="6313006"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4" name="Google Shape;124;p11"/>
            <p:cNvGrpSpPr/>
            <p:nvPr/>
          </p:nvGrpSpPr>
          <p:grpSpPr>
            <a:xfrm>
              <a:off x="6684361" y="4309200"/>
              <a:ext cx="231600" cy="834300"/>
              <a:chOff x="6684361" y="4309200"/>
              <a:chExt cx="231600" cy="834300"/>
            </a:xfrm>
          </p:grpSpPr>
          <p:sp>
            <p:nvSpPr>
              <p:cNvPr id="125" name="Google Shape;125;p11"/>
              <p:cNvSpPr/>
              <p:nvPr/>
            </p:nvSpPr>
            <p:spPr>
              <a:xfrm flipH="1">
                <a:off x="6684361"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1"/>
              <p:cNvSpPr/>
              <p:nvPr/>
            </p:nvSpPr>
            <p:spPr>
              <a:xfrm flipH="1">
                <a:off x="6684361"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1"/>
              <p:cNvSpPr/>
              <p:nvPr/>
            </p:nvSpPr>
            <p:spPr>
              <a:xfrm flipH="1">
                <a:off x="6684361"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1"/>
              <p:cNvSpPr/>
              <p:nvPr/>
            </p:nvSpPr>
            <p:spPr>
              <a:xfrm flipH="1">
                <a:off x="6684361"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9" name="Google Shape;129;p11"/>
            <p:cNvGrpSpPr/>
            <p:nvPr/>
          </p:nvGrpSpPr>
          <p:grpSpPr>
            <a:xfrm>
              <a:off x="7055715" y="4518900"/>
              <a:ext cx="231600" cy="624600"/>
              <a:chOff x="7055715" y="4518900"/>
              <a:chExt cx="231600" cy="624600"/>
            </a:xfrm>
          </p:grpSpPr>
          <p:sp>
            <p:nvSpPr>
              <p:cNvPr id="130" name="Google Shape;130;p11"/>
              <p:cNvSpPr/>
              <p:nvPr/>
            </p:nvSpPr>
            <p:spPr>
              <a:xfrm flipH="1">
                <a:off x="7055715"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1"/>
              <p:cNvSpPr/>
              <p:nvPr/>
            </p:nvSpPr>
            <p:spPr>
              <a:xfrm flipH="1">
                <a:off x="7055715"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1"/>
              <p:cNvSpPr/>
              <p:nvPr/>
            </p:nvSpPr>
            <p:spPr>
              <a:xfrm flipH="1">
                <a:off x="7055715"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3" name="Google Shape;133;p11"/>
            <p:cNvGrpSpPr/>
            <p:nvPr/>
          </p:nvGrpSpPr>
          <p:grpSpPr>
            <a:xfrm>
              <a:off x="7798424" y="4099200"/>
              <a:ext cx="231600" cy="1044300"/>
              <a:chOff x="7798424" y="4099200"/>
              <a:chExt cx="231600" cy="1044300"/>
            </a:xfrm>
          </p:grpSpPr>
          <p:sp>
            <p:nvSpPr>
              <p:cNvPr id="134" name="Google Shape;134;p11"/>
              <p:cNvSpPr/>
              <p:nvPr/>
            </p:nvSpPr>
            <p:spPr>
              <a:xfrm flipH="1">
                <a:off x="7798424"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1"/>
              <p:cNvSpPr/>
              <p:nvPr/>
            </p:nvSpPr>
            <p:spPr>
              <a:xfrm flipH="1">
                <a:off x="7798424"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1"/>
              <p:cNvSpPr/>
              <p:nvPr/>
            </p:nvSpPr>
            <p:spPr>
              <a:xfrm flipH="1">
                <a:off x="7798424"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1"/>
              <p:cNvSpPr/>
              <p:nvPr/>
            </p:nvSpPr>
            <p:spPr>
              <a:xfrm flipH="1">
                <a:off x="7798424" y="4099200"/>
                <a:ext cx="231600" cy="104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1"/>
              <p:cNvSpPr/>
              <p:nvPr/>
            </p:nvSpPr>
            <p:spPr>
              <a:xfrm flipH="1">
                <a:off x="7798424"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9" name="Google Shape;139;p11"/>
            <p:cNvGrpSpPr/>
            <p:nvPr/>
          </p:nvGrpSpPr>
          <p:grpSpPr>
            <a:xfrm>
              <a:off x="8169779" y="4309200"/>
              <a:ext cx="231600" cy="834300"/>
              <a:chOff x="8169779" y="4309200"/>
              <a:chExt cx="231600" cy="834300"/>
            </a:xfrm>
          </p:grpSpPr>
          <p:sp>
            <p:nvSpPr>
              <p:cNvPr id="140" name="Google Shape;140;p11"/>
              <p:cNvSpPr/>
              <p:nvPr/>
            </p:nvSpPr>
            <p:spPr>
              <a:xfrm flipH="1">
                <a:off x="8169779"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1"/>
              <p:cNvSpPr/>
              <p:nvPr/>
            </p:nvSpPr>
            <p:spPr>
              <a:xfrm flipH="1">
                <a:off x="8169779"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1"/>
              <p:cNvSpPr/>
              <p:nvPr/>
            </p:nvSpPr>
            <p:spPr>
              <a:xfrm flipH="1">
                <a:off x="8169779"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1"/>
              <p:cNvSpPr/>
              <p:nvPr/>
            </p:nvSpPr>
            <p:spPr>
              <a:xfrm flipH="1">
                <a:off x="8169779"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4" name="Google Shape;144;p11"/>
            <p:cNvGrpSpPr/>
            <p:nvPr/>
          </p:nvGrpSpPr>
          <p:grpSpPr>
            <a:xfrm>
              <a:off x="7427070" y="4309200"/>
              <a:ext cx="231600" cy="834300"/>
              <a:chOff x="7427070" y="4309200"/>
              <a:chExt cx="231600" cy="834300"/>
            </a:xfrm>
          </p:grpSpPr>
          <p:sp>
            <p:nvSpPr>
              <p:cNvPr id="145" name="Google Shape;145;p11"/>
              <p:cNvSpPr/>
              <p:nvPr/>
            </p:nvSpPr>
            <p:spPr>
              <a:xfrm flipH="1">
                <a:off x="7427070"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1"/>
              <p:cNvSpPr/>
              <p:nvPr/>
            </p:nvSpPr>
            <p:spPr>
              <a:xfrm flipH="1">
                <a:off x="7427070"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1"/>
              <p:cNvSpPr/>
              <p:nvPr/>
            </p:nvSpPr>
            <p:spPr>
              <a:xfrm flipH="1">
                <a:off x="7427070"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1"/>
              <p:cNvSpPr/>
              <p:nvPr/>
            </p:nvSpPr>
            <p:spPr>
              <a:xfrm flipH="1">
                <a:off x="7427070"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9" name="Google Shape;149;p11"/>
            <p:cNvGrpSpPr/>
            <p:nvPr/>
          </p:nvGrpSpPr>
          <p:grpSpPr>
            <a:xfrm>
              <a:off x="8541133" y="4518900"/>
              <a:ext cx="231600" cy="624600"/>
              <a:chOff x="8541133" y="4518900"/>
              <a:chExt cx="231600" cy="624600"/>
            </a:xfrm>
          </p:grpSpPr>
          <p:sp>
            <p:nvSpPr>
              <p:cNvPr id="150" name="Google Shape;150;p11"/>
              <p:cNvSpPr/>
              <p:nvPr/>
            </p:nvSpPr>
            <p:spPr>
              <a:xfrm flipH="1">
                <a:off x="8541133"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1"/>
              <p:cNvSpPr/>
              <p:nvPr/>
            </p:nvSpPr>
            <p:spPr>
              <a:xfrm flipH="1">
                <a:off x="8541133"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1"/>
              <p:cNvSpPr/>
              <p:nvPr/>
            </p:nvSpPr>
            <p:spPr>
              <a:xfrm flipH="1">
                <a:off x="8541133"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3" name="Google Shape;153;p11"/>
            <p:cNvGrpSpPr/>
            <p:nvPr/>
          </p:nvGrpSpPr>
          <p:grpSpPr>
            <a:xfrm>
              <a:off x="8912488" y="4309200"/>
              <a:ext cx="231600" cy="834300"/>
              <a:chOff x="8912488" y="4309200"/>
              <a:chExt cx="231600" cy="834300"/>
            </a:xfrm>
          </p:grpSpPr>
          <p:sp>
            <p:nvSpPr>
              <p:cNvPr id="154" name="Google Shape;154;p11"/>
              <p:cNvSpPr/>
              <p:nvPr/>
            </p:nvSpPr>
            <p:spPr>
              <a:xfrm flipH="1">
                <a:off x="8912488"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1"/>
              <p:cNvSpPr/>
              <p:nvPr/>
            </p:nvSpPr>
            <p:spPr>
              <a:xfrm flipH="1">
                <a:off x="8912488"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1"/>
              <p:cNvSpPr/>
              <p:nvPr/>
            </p:nvSpPr>
            <p:spPr>
              <a:xfrm flipH="1">
                <a:off x="8912488"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1"/>
              <p:cNvSpPr/>
              <p:nvPr/>
            </p:nvSpPr>
            <p:spPr>
              <a:xfrm flipH="1">
                <a:off x="8912488"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58" name="Google Shape;158;p11"/>
          <p:cNvSpPr txBox="1"/>
          <p:nvPr>
            <p:ph hasCustomPrompt="1" type="title"/>
          </p:nvPr>
        </p:nvSpPr>
        <p:spPr>
          <a:xfrm>
            <a:off x="1388625" y="772725"/>
            <a:ext cx="6366900" cy="1863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8000"/>
              <a:buNone/>
              <a:defRPr sz="8000">
                <a:solidFill>
                  <a:schemeClr val="lt1"/>
                </a:solidFill>
              </a:defRPr>
            </a:lvl1pPr>
            <a:lvl2pPr lvl="1" algn="ctr">
              <a:lnSpc>
                <a:spcPct val="100000"/>
              </a:lnSpc>
              <a:spcBef>
                <a:spcPts val="0"/>
              </a:spcBef>
              <a:spcAft>
                <a:spcPts val="0"/>
              </a:spcAft>
              <a:buClr>
                <a:schemeClr val="lt1"/>
              </a:buClr>
              <a:buSzPts val="8000"/>
              <a:buNone/>
              <a:defRPr sz="8000">
                <a:solidFill>
                  <a:schemeClr val="lt1"/>
                </a:solidFill>
              </a:defRPr>
            </a:lvl2pPr>
            <a:lvl3pPr lvl="2" algn="ctr">
              <a:lnSpc>
                <a:spcPct val="100000"/>
              </a:lnSpc>
              <a:spcBef>
                <a:spcPts val="0"/>
              </a:spcBef>
              <a:spcAft>
                <a:spcPts val="0"/>
              </a:spcAft>
              <a:buClr>
                <a:schemeClr val="lt1"/>
              </a:buClr>
              <a:buSzPts val="8000"/>
              <a:buNone/>
              <a:defRPr sz="8000">
                <a:solidFill>
                  <a:schemeClr val="lt1"/>
                </a:solidFill>
              </a:defRPr>
            </a:lvl3pPr>
            <a:lvl4pPr lvl="3" algn="ctr">
              <a:lnSpc>
                <a:spcPct val="100000"/>
              </a:lnSpc>
              <a:spcBef>
                <a:spcPts val="0"/>
              </a:spcBef>
              <a:spcAft>
                <a:spcPts val="0"/>
              </a:spcAft>
              <a:buClr>
                <a:schemeClr val="lt1"/>
              </a:buClr>
              <a:buSzPts val="8000"/>
              <a:buNone/>
              <a:defRPr sz="8000">
                <a:solidFill>
                  <a:schemeClr val="lt1"/>
                </a:solidFill>
              </a:defRPr>
            </a:lvl4pPr>
            <a:lvl5pPr lvl="4" algn="ctr">
              <a:lnSpc>
                <a:spcPct val="100000"/>
              </a:lnSpc>
              <a:spcBef>
                <a:spcPts val="0"/>
              </a:spcBef>
              <a:spcAft>
                <a:spcPts val="0"/>
              </a:spcAft>
              <a:buClr>
                <a:schemeClr val="lt1"/>
              </a:buClr>
              <a:buSzPts val="8000"/>
              <a:buNone/>
              <a:defRPr sz="8000">
                <a:solidFill>
                  <a:schemeClr val="lt1"/>
                </a:solidFill>
              </a:defRPr>
            </a:lvl5pPr>
            <a:lvl6pPr lvl="5" algn="ctr">
              <a:lnSpc>
                <a:spcPct val="100000"/>
              </a:lnSpc>
              <a:spcBef>
                <a:spcPts val="0"/>
              </a:spcBef>
              <a:spcAft>
                <a:spcPts val="0"/>
              </a:spcAft>
              <a:buClr>
                <a:schemeClr val="lt1"/>
              </a:buClr>
              <a:buSzPts val="8000"/>
              <a:buNone/>
              <a:defRPr sz="8000">
                <a:solidFill>
                  <a:schemeClr val="lt1"/>
                </a:solidFill>
              </a:defRPr>
            </a:lvl6pPr>
            <a:lvl7pPr lvl="6" algn="ctr">
              <a:lnSpc>
                <a:spcPct val="100000"/>
              </a:lnSpc>
              <a:spcBef>
                <a:spcPts val="0"/>
              </a:spcBef>
              <a:spcAft>
                <a:spcPts val="0"/>
              </a:spcAft>
              <a:buClr>
                <a:schemeClr val="lt1"/>
              </a:buClr>
              <a:buSzPts val="8000"/>
              <a:buNone/>
              <a:defRPr sz="8000">
                <a:solidFill>
                  <a:schemeClr val="lt1"/>
                </a:solidFill>
              </a:defRPr>
            </a:lvl7pPr>
            <a:lvl8pPr lvl="7" algn="ctr">
              <a:lnSpc>
                <a:spcPct val="100000"/>
              </a:lnSpc>
              <a:spcBef>
                <a:spcPts val="0"/>
              </a:spcBef>
              <a:spcAft>
                <a:spcPts val="0"/>
              </a:spcAft>
              <a:buClr>
                <a:schemeClr val="lt1"/>
              </a:buClr>
              <a:buSzPts val="8000"/>
              <a:buNone/>
              <a:defRPr sz="8000">
                <a:solidFill>
                  <a:schemeClr val="lt1"/>
                </a:solidFill>
              </a:defRPr>
            </a:lvl8pPr>
            <a:lvl9pPr lvl="8" algn="ctr">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159" name="Google Shape;159;p11"/>
          <p:cNvSpPr txBox="1"/>
          <p:nvPr>
            <p:ph idx="1" type="body"/>
          </p:nvPr>
        </p:nvSpPr>
        <p:spPr>
          <a:xfrm>
            <a:off x="1388625" y="2712300"/>
            <a:ext cx="6366900" cy="1111200"/>
          </a:xfrm>
          <a:prstGeom prst="rect">
            <a:avLst/>
          </a:prstGeom>
          <a:noFill/>
          <a:ln>
            <a:noFill/>
          </a:ln>
        </p:spPr>
        <p:txBody>
          <a:bodyPr anchorCtr="0" anchor="t" bIns="91425" lIns="91425" spcFirstLastPara="1" rIns="91425" wrap="square" tIns="91425">
            <a:normAutofit/>
          </a:bodyPr>
          <a:lstStyle>
            <a:lvl1pPr indent="-311150" lvl="0" marL="457200" algn="ctr">
              <a:lnSpc>
                <a:spcPct val="115000"/>
              </a:lnSpc>
              <a:spcBef>
                <a:spcPts val="0"/>
              </a:spcBef>
              <a:spcAft>
                <a:spcPts val="0"/>
              </a:spcAft>
              <a:buClr>
                <a:schemeClr val="lt1"/>
              </a:buClr>
              <a:buSzPts val="1300"/>
              <a:buChar char="●"/>
              <a:defRPr>
                <a:solidFill>
                  <a:schemeClr val="lt1"/>
                </a:solidFill>
              </a:defRPr>
            </a:lvl1pPr>
            <a:lvl2pPr indent="-298450" lvl="1" marL="914400" algn="ctr">
              <a:lnSpc>
                <a:spcPct val="115000"/>
              </a:lnSpc>
              <a:spcBef>
                <a:spcPts val="0"/>
              </a:spcBef>
              <a:spcAft>
                <a:spcPts val="0"/>
              </a:spcAft>
              <a:buClr>
                <a:schemeClr val="lt1"/>
              </a:buClr>
              <a:buSzPts val="1100"/>
              <a:buChar char="○"/>
              <a:defRPr>
                <a:solidFill>
                  <a:schemeClr val="lt1"/>
                </a:solidFill>
              </a:defRPr>
            </a:lvl2pPr>
            <a:lvl3pPr indent="-298450" lvl="2" marL="1371600" algn="ctr">
              <a:lnSpc>
                <a:spcPct val="115000"/>
              </a:lnSpc>
              <a:spcBef>
                <a:spcPts val="0"/>
              </a:spcBef>
              <a:spcAft>
                <a:spcPts val="0"/>
              </a:spcAft>
              <a:buClr>
                <a:schemeClr val="lt1"/>
              </a:buClr>
              <a:buSzPts val="1100"/>
              <a:buChar char="■"/>
              <a:defRPr>
                <a:solidFill>
                  <a:schemeClr val="lt1"/>
                </a:solidFill>
              </a:defRPr>
            </a:lvl3pPr>
            <a:lvl4pPr indent="-298450" lvl="3" marL="1828800" algn="ctr">
              <a:lnSpc>
                <a:spcPct val="115000"/>
              </a:lnSpc>
              <a:spcBef>
                <a:spcPts val="0"/>
              </a:spcBef>
              <a:spcAft>
                <a:spcPts val="0"/>
              </a:spcAft>
              <a:buClr>
                <a:schemeClr val="lt1"/>
              </a:buClr>
              <a:buSzPts val="1100"/>
              <a:buChar char="●"/>
              <a:defRPr>
                <a:solidFill>
                  <a:schemeClr val="lt1"/>
                </a:solidFill>
              </a:defRPr>
            </a:lvl4pPr>
            <a:lvl5pPr indent="-298450" lvl="4" marL="2286000" algn="ctr">
              <a:lnSpc>
                <a:spcPct val="115000"/>
              </a:lnSpc>
              <a:spcBef>
                <a:spcPts val="0"/>
              </a:spcBef>
              <a:spcAft>
                <a:spcPts val="0"/>
              </a:spcAft>
              <a:buClr>
                <a:schemeClr val="lt1"/>
              </a:buClr>
              <a:buSzPts val="1100"/>
              <a:buChar char="○"/>
              <a:defRPr>
                <a:solidFill>
                  <a:schemeClr val="lt1"/>
                </a:solidFill>
              </a:defRPr>
            </a:lvl5pPr>
            <a:lvl6pPr indent="-298450" lvl="5" marL="2743200" algn="ctr">
              <a:lnSpc>
                <a:spcPct val="115000"/>
              </a:lnSpc>
              <a:spcBef>
                <a:spcPts val="0"/>
              </a:spcBef>
              <a:spcAft>
                <a:spcPts val="0"/>
              </a:spcAft>
              <a:buClr>
                <a:schemeClr val="lt1"/>
              </a:buClr>
              <a:buSzPts val="1100"/>
              <a:buChar char="■"/>
              <a:defRPr>
                <a:solidFill>
                  <a:schemeClr val="lt1"/>
                </a:solidFill>
              </a:defRPr>
            </a:lvl6pPr>
            <a:lvl7pPr indent="-298450" lvl="6" marL="3200400" algn="ctr">
              <a:lnSpc>
                <a:spcPct val="115000"/>
              </a:lnSpc>
              <a:spcBef>
                <a:spcPts val="0"/>
              </a:spcBef>
              <a:spcAft>
                <a:spcPts val="0"/>
              </a:spcAft>
              <a:buClr>
                <a:schemeClr val="lt1"/>
              </a:buClr>
              <a:buSzPts val="1100"/>
              <a:buChar char="●"/>
              <a:defRPr>
                <a:solidFill>
                  <a:schemeClr val="lt1"/>
                </a:solidFill>
              </a:defRPr>
            </a:lvl7pPr>
            <a:lvl8pPr indent="-298450" lvl="7" marL="3657600" algn="ctr">
              <a:lnSpc>
                <a:spcPct val="115000"/>
              </a:lnSpc>
              <a:spcBef>
                <a:spcPts val="0"/>
              </a:spcBef>
              <a:spcAft>
                <a:spcPts val="0"/>
              </a:spcAft>
              <a:buClr>
                <a:schemeClr val="lt1"/>
              </a:buClr>
              <a:buSzPts val="1100"/>
              <a:buChar char="○"/>
              <a:defRPr>
                <a:solidFill>
                  <a:schemeClr val="lt1"/>
                </a:solidFill>
              </a:defRPr>
            </a:lvl8pPr>
            <a:lvl9pPr indent="-298450" lvl="8" marL="4114800" algn="ctr">
              <a:lnSpc>
                <a:spcPct val="115000"/>
              </a:lnSpc>
              <a:spcBef>
                <a:spcPts val="0"/>
              </a:spcBef>
              <a:spcAft>
                <a:spcPts val="0"/>
              </a:spcAft>
              <a:buClr>
                <a:schemeClr val="lt1"/>
              </a:buClr>
              <a:buSzPts val="1100"/>
              <a:buChar char="■"/>
              <a:defRPr>
                <a:solidFill>
                  <a:schemeClr val="lt1"/>
                </a:solidFill>
              </a:defRPr>
            </a:lvl9pPr>
          </a:lstStyle>
          <a:p/>
        </p:txBody>
      </p:sp>
      <p:sp>
        <p:nvSpPr>
          <p:cNvPr id="160" name="Google Shape;160;p1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1" name="Shape 161"/>
        <p:cNvGrpSpPr/>
        <p:nvPr/>
      </p:nvGrpSpPr>
      <p:grpSpPr>
        <a:xfrm>
          <a:off x="0" y="0"/>
          <a:ext cx="0" cy="0"/>
          <a:chOff x="0" y="0"/>
          <a:chExt cx="0" cy="0"/>
        </a:xfrm>
      </p:grpSpPr>
      <p:grpSp>
        <p:nvGrpSpPr>
          <p:cNvPr id="162" name="Google Shape;162;p12"/>
          <p:cNvGrpSpPr/>
          <p:nvPr/>
        </p:nvGrpSpPr>
        <p:grpSpPr>
          <a:xfrm>
            <a:off x="7343003" y="3409675"/>
            <a:ext cx="1691422" cy="1732548"/>
            <a:chOff x="7343003" y="3409675"/>
            <a:chExt cx="1691422" cy="1732548"/>
          </a:xfrm>
        </p:grpSpPr>
        <p:grpSp>
          <p:nvGrpSpPr>
            <p:cNvPr id="163" name="Google Shape;163;p12"/>
            <p:cNvGrpSpPr/>
            <p:nvPr/>
          </p:nvGrpSpPr>
          <p:grpSpPr>
            <a:xfrm>
              <a:off x="7343003" y="4453711"/>
              <a:ext cx="316800" cy="688512"/>
              <a:chOff x="7343003" y="4453711"/>
              <a:chExt cx="316800" cy="688512"/>
            </a:xfrm>
          </p:grpSpPr>
          <p:sp>
            <p:nvSpPr>
              <p:cNvPr id="164" name="Google Shape;164;p12"/>
              <p:cNvSpPr/>
              <p:nvPr/>
            </p:nvSpPr>
            <p:spPr>
              <a:xfrm>
                <a:off x="7343003" y="4453711"/>
                <a:ext cx="316800" cy="688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2"/>
              <p:cNvSpPr/>
              <p:nvPr/>
            </p:nvSpPr>
            <p:spPr>
              <a:xfrm>
                <a:off x="7343003" y="4801723"/>
                <a:ext cx="316800" cy="340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6" name="Google Shape;166;p12"/>
            <p:cNvGrpSpPr/>
            <p:nvPr/>
          </p:nvGrpSpPr>
          <p:grpSpPr>
            <a:xfrm>
              <a:off x="7801210" y="4105700"/>
              <a:ext cx="316800" cy="1036523"/>
              <a:chOff x="7801210" y="4105700"/>
              <a:chExt cx="316800" cy="1036523"/>
            </a:xfrm>
          </p:grpSpPr>
          <p:sp>
            <p:nvSpPr>
              <p:cNvPr id="167" name="Google Shape;167;p12"/>
              <p:cNvSpPr/>
              <p:nvPr/>
            </p:nvSpPr>
            <p:spPr>
              <a:xfrm>
                <a:off x="7801210" y="4453711"/>
                <a:ext cx="316800" cy="688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2"/>
              <p:cNvSpPr/>
              <p:nvPr/>
            </p:nvSpPr>
            <p:spPr>
              <a:xfrm>
                <a:off x="7801210" y="4105700"/>
                <a:ext cx="316800" cy="1036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2"/>
              <p:cNvSpPr/>
              <p:nvPr/>
            </p:nvSpPr>
            <p:spPr>
              <a:xfrm>
                <a:off x="7801210" y="4801723"/>
                <a:ext cx="316800" cy="340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0" name="Google Shape;170;p12"/>
            <p:cNvGrpSpPr/>
            <p:nvPr/>
          </p:nvGrpSpPr>
          <p:grpSpPr>
            <a:xfrm>
              <a:off x="8259418" y="3757688"/>
              <a:ext cx="316800" cy="1384535"/>
              <a:chOff x="8259418" y="3757688"/>
              <a:chExt cx="316800" cy="1384535"/>
            </a:xfrm>
          </p:grpSpPr>
          <p:sp>
            <p:nvSpPr>
              <p:cNvPr id="171" name="Google Shape;171;p12"/>
              <p:cNvSpPr/>
              <p:nvPr/>
            </p:nvSpPr>
            <p:spPr>
              <a:xfrm>
                <a:off x="8259418" y="4453711"/>
                <a:ext cx="316800" cy="688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2"/>
              <p:cNvSpPr/>
              <p:nvPr/>
            </p:nvSpPr>
            <p:spPr>
              <a:xfrm>
                <a:off x="8259418" y="3757688"/>
                <a:ext cx="316800" cy="1384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2"/>
              <p:cNvSpPr/>
              <p:nvPr/>
            </p:nvSpPr>
            <p:spPr>
              <a:xfrm>
                <a:off x="8259418" y="4105700"/>
                <a:ext cx="316800" cy="1036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2"/>
              <p:cNvSpPr/>
              <p:nvPr/>
            </p:nvSpPr>
            <p:spPr>
              <a:xfrm>
                <a:off x="8259418" y="4801723"/>
                <a:ext cx="316800" cy="340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5" name="Google Shape;175;p12"/>
            <p:cNvGrpSpPr/>
            <p:nvPr/>
          </p:nvGrpSpPr>
          <p:grpSpPr>
            <a:xfrm>
              <a:off x="8717625" y="3409675"/>
              <a:ext cx="316800" cy="1732548"/>
              <a:chOff x="8717625" y="3409675"/>
              <a:chExt cx="316800" cy="1732548"/>
            </a:xfrm>
          </p:grpSpPr>
          <p:sp>
            <p:nvSpPr>
              <p:cNvPr id="176" name="Google Shape;176;p12"/>
              <p:cNvSpPr/>
              <p:nvPr/>
            </p:nvSpPr>
            <p:spPr>
              <a:xfrm>
                <a:off x="8717625" y="4453711"/>
                <a:ext cx="316800" cy="688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2"/>
              <p:cNvSpPr/>
              <p:nvPr/>
            </p:nvSpPr>
            <p:spPr>
              <a:xfrm>
                <a:off x="8717625" y="3757688"/>
                <a:ext cx="316800" cy="1384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2"/>
              <p:cNvSpPr/>
              <p:nvPr/>
            </p:nvSpPr>
            <p:spPr>
              <a:xfrm>
                <a:off x="8717625" y="4105700"/>
                <a:ext cx="316800" cy="1036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2"/>
              <p:cNvSpPr/>
              <p:nvPr/>
            </p:nvSpPr>
            <p:spPr>
              <a:xfrm>
                <a:off x="8717625" y="3409675"/>
                <a:ext cx="316800" cy="1732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2"/>
              <p:cNvSpPr/>
              <p:nvPr/>
            </p:nvSpPr>
            <p:spPr>
              <a:xfrm>
                <a:off x="8717625" y="4801723"/>
                <a:ext cx="316800" cy="340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81" name="Google Shape;181;p12"/>
          <p:cNvGrpSpPr/>
          <p:nvPr/>
        </p:nvGrpSpPr>
        <p:grpSpPr>
          <a:xfrm>
            <a:off x="5043503" y="0"/>
            <a:ext cx="3814072" cy="3839102"/>
            <a:chOff x="5043503" y="0"/>
            <a:chExt cx="3814072" cy="3839102"/>
          </a:xfrm>
        </p:grpSpPr>
        <p:sp>
          <p:nvSpPr>
            <p:cNvPr id="182" name="Google Shape;182;p12"/>
            <p:cNvSpPr/>
            <p:nvPr/>
          </p:nvSpPr>
          <p:spPr>
            <a:xfrm>
              <a:off x="8460975" y="1817775"/>
              <a:ext cx="396600" cy="396600"/>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2"/>
            <p:cNvSpPr/>
            <p:nvPr/>
          </p:nvSpPr>
          <p:spPr>
            <a:xfrm rot="-9830444">
              <a:off x="6469759" y="3480728"/>
              <a:ext cx="320148" cy="320148"/>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4" name="Google Shape;184;p12"/>
            <p:cNvGrpSpPr/>
            <p:nvPr/>
          </p:nvGrpSpPr>
          <p:grpSpPr>
            <a:xfrm>
              <a:off x="7647812" y="2704283"/>
              <a:ext cx="635219" cy="635219"/>
              <a:chOff x="6725724" y="2701260"/>
              <a:chExt cx="1208101" cy="1208100"/>
            </a:xfrm>
          </p:grpSpPr>
          <p:sp>
            <p:nvSpPr>
              <p:cNvPr id="185" name="Google Shape;185;p12"/>
              <p:cNvSpPr/>
              <p:nvPr/>
            </p:nvSpPr>
            <p:spPr>
              <a:xfrm rot="5400000">
                <a:off x="6725725" y="2701260"/>
                <a:ext cx="1208100" cy="1208100"/>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2"/>
              <p:cNvSpPr/>
              <p:nvPr/>
            </p:nvSpPr>
            <p:spPr>
              <a:xfrm rot="5400000">
                <a:off x="6725724" y="2701260"/>
                <a:ext cx="1208100" cy="1208100"/>
              </a:xfrm>
              <a:prstGeom prst="pie">
                <a:avLst>
                  <a:gd fmla="val 8244818" name="adj1"/>
                  <a:gd fmla="val 16246175"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2"/>
              <p:cNvSpPr/>
              <p:nvPr/>
            </p:nvSpPr>
            <p:spPr>
              <a:xfrm rot="5400000">
                <a:off x="6954988" y="2930398"/>
                <a:ext cx="749700" cy="749700"/>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8" name="Google Shape;188;p12"/>
            <p:cNvSpPr/>
            <p:nvPr/>
          </p:nvSpPr>
          <p:spPr>
            <a:xfrm>
              <a:off x="8460975" y="1817775"/>
              <a:ext cx="396600" cy="396600"/>
            </a:xfrm>
            <a:prstGeom prst="pie">
              <a:avLst>
                <a:gd fmla="val 19376841" name="adj1"/>
                <a:gd fmla="val 1620000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9" name="Google Shape;189;p12"/>
            <p:cNvGrpSpPr/>
            <p:nvPr/>
          </p:nvGrpSpPr>
          <p:grpSpPr>
            <a:xfrm>
              <a:off x="7952720" y="179238"/>
              <a:ext cx="873165" cy="873003"/>
              <a:chOff x="7754428" y="208725"/>
              <a:chExt cx="541800" cy="541800"/>
            </a:xfrm>
          </p:grpSpPr>
          <p:sp>
            <p:nvSpPr>
              <p:cNvPr id="190" name="Google Shape;190;p12"/>
              <p:cNvSpPr/>
              <p:nvPr/>
            </p:nvSpPr>
            <p:spPr>
              <a:xfrm rot="-8647347">
                <a:off x="7831319" y="285616"/>
                <a:ext cx="388018" cy="388018"/>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2"/>
              <p:cNvSpPr/>
              <p:nvPr/>
            </p:nvSpPr>
            <p:spPr>
              <a:xfrm rot="-8647347">
                <a:off x="7831319" y="285616"/>
                <a:ext cx="388018" cy="388018"/>
              </a:xfrm>
              <a:prstGeom prst="pie">
                <a:avLst>
                  <a:gd fmla="val 19376841" name="adj1"/>
                  <a:gd fmla="val 12313574"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2" name="Google Shape;192;p12"/>
            <p:cNvSpPr/>
            <p:nvPr/>
          </p:nvSpPr>
          <p:spPr>
            <a:xfrm>
              <a:off x="5399840" y="356365"/>
              <a:ext cx="2577000" cy="2577000"/>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2"/>
            <p:cNvSpPr/>
            <p:nvPr/>
          </p:nvSpPr>
          <p:spPr>
            <a:xfrm rot="2043858">
              <a:off x="5503813" y="460310"/>
              <a:ext cx="2369480" cy="2369480"/>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2"/>
            <p:cNvSpPr/>
            <p:nvPr/>
          </p:nvSpPr>
          <p:spPr>
            <a:xfrm>
              <a:off x="5399795" y="360281"/>
              <a:ext cx="2577000" cy="2577000"/>
            </a:xfrm>
            <a:prstGeom prst="pie">
              <a:avLst>
                <a:gd fmla="val 8801158" name="adj1"/>
                <a:gd fmla="val 1620000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2"/>
            <p:cNvSpPr/>
            <p:nvPr/>
          </p:nvSpPr>
          <p:spPr>
            <a:xfrm>
              <a:off x="5399795" y="356358"/>
              <a:ext cx="2577000" cy="2577000"/>
            </a:xfrm>
            <a:prstGeom prst="pie">
              <a:avLst>
                <a:gd fmla="val 12554101" name="adj1"/>
                <a:gd fmla="val 1620000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2"/>
            <p:cNvSpPr/>
            <p:nvPr/>
          </p:nvSpPr>
          <p:spPr>
            <a:xfrm rot="-9830444">
              <a:off x="6469759" y="3480727"/>
              <a:ext cx="320148" cy="320148"/>
            </a:xfrm>
            <a:prstGeom prst="pie">
              <a:avLst>
                <a:gd fmla="val 19376841" name="adj1"/>
                <a:gd fmla="val 1620000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8" name="Google Shape;198;p12"/>
          <p:cNvSpPr txBox="1"/>
          <p:nvPr>
            <p:ph type="ctrTitle"/>
          </p:nvPr>
        </p:nvSpPr>
        <p:spPr>
          <a:xfrm>
            <a:off x="824000" y="1613813"/>
            <a:ext cx="4255500" cy="187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199" name="Google Shape;199;p12"/>
          <p:cNvSpPr txBox="1"/>
          <p:nvPr>
            <p:ph idx="1" type="subTitle"/>
          </p:nvPr>
        </p:nvSpPr>
        <p:spPr>
          <a:xfrm>
            <a:off x="824000" y="3596300"/>
            <a:ext cx="4255500" cy="695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200" name="Google Shape;200;p12"/>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1" name="Shape 201"/>
        <p:cNvGrpSpPr/>
        <p:nvPr/>
      </p:nvGrpSpPr>
      <p:grpSpPr>
        <a:xfrm>
          <a:off x="0" y="0"/>
          <a:ext cx="0" cy="0"/>
          <a:chOff x="0" y="0"/>
          <a:chExt cx="0" cy="0"/>
        </a:xfrm>
      </p:grpSpPr>
      <p:grpSp>
        <p:nvGrpSpPr>
          <p:cNvPr id="202" name="Google Shape;202;p13"/>
          <p:cNvGrpSpPr/>
          <p:nvPr/>
        </p:nvGrpSpPr>
        <p:grpSpPr>
          <a:xfrm>
            <a:off x="146769" y="3406"/>
            <a:ext cx="1233214" cy="1384535"/>
            <a:chOff x="146769" y="3406"/>
            <a:chExt cx="1233214" cy="1384535"/>
          </a:xfrm>
        </p:grpSpPr>
        <p:grpSp>
          <p:nvGrpSpPr>
            <p:cNvPr id="203" name="Google Shape;203;p13"/>
            <p:cNvGrpSpPr/>
            <p:nvPr/>
          </p:nvGrpSpPr>
          <p:grpSpPr>
            <a:xfrm>
              <a:off x="1063183" y="3406"/>
              <a:ext cx="316800" cy="688513"/>
              <a:chOff x="1063183" y="3406"/>
              <a:chExt cx="316800" cy="688513"/>
            </a:xfrm>
          </p:grpSpPr>
          <p:sp>
            <p:nvSpPr>
              <p:cNvPr id="204" name="Google Shape;204;p13"/>
              <p:cNvSpPr/>
              <p:nvPr/>
            </p:nvSpPr>
            <p:spPr>
              <a:xfrm rot="10800000">
                <a:off x="1063183" y="3419"/>
                <a:ext cx="316800" cy="688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3"/>
              <p:cNvSpPr/>
              <p:nvPr/>
            </p:nvSpPr>
            <p:spPr>
              <a:xfrm rot="10800000">
                <a:off x="1063183" y="3406"/>
                <a:ext cx="316800" cy="340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6" name="Google Shape;206;p13"/>
            <p:cNvGrpSpPr/>
            <p:nvPr/>
          </p:nvGrpSpPr>
          <p:grpSpPr>
            <a:xfrm>
              <a:off x="604976" y="3406"/>
              <a:ext cx="316800" cy="1036524"/>
              <a:chOff x="604976" y="3406"/>
              <a:chExt cx="316800" cy="1036524"/>
            </a:xfrm>
          </p:grpSpPr>
          <p:sp>
            <p:nvSpPr>
              <p:cNvPr id="207" name="Google Shape;207;p13"/>
              <p:cNvSpPr/>
              <p:nvPr/>
            </p:nvSpPr>
            <p:spPr>
              <a:xfrm rot="10800000">
                <a:off x="604976" y="3419"/>
                <a:ext cx="316800" cy="688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3"/>
              <p:cNvSpPr/>
              <p:nvPr/>
            </p:nvSpPr>
            <p:spPr>
              <a:xfrm rot="10800000">
                <a:off x="604976" y="3430"/>
                <a:ext cx="316800" cy="1036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3"/>
              <p:cNvSpPr/>
              <p:nvPr/>
            </p:nvSpPr>
            <p:spPr>
              <a:xfrm rot="10800000">
                <a:off x="604976" y="3406"/>
                <a:ext cx="316800" cy="340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0" name="Google Shape;210;p13"/>
            <p:cNvGrpSpPr/>
            <p:nvPr/>
          </p:nvGrpSpPr>
          <p:grpSpPr>
            <a:xfrm>
              <a:off x="146769" y="3406"/>
              <a:ext cx="316800" cy="1384535"/>
              <a:chOff x="146769" y="3406"/>
              <a:chExt cx="316800" cy="1384535"/>
            </a:xfrm>
          </p:grpSpPr>
          <p:sp>
            <p:nvSpPr>
              <p:cNvPr id="211" name="Google Shape;211;p13"/>
              <p:cNvSpPr/>
              <p:nvPr/>
            </p:nvSpPr>
            <p:spPr>
              <a:xfrm rot="10800000">
                <a:off x="146769" y="3419"/>
                <a:ext cx="316800" cy="688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3"/>
              <p:cNvSpPr/>
              <p:nvPr/>
            </p:nvSpPr>
            <p:spPr>
              <a:xfrm rot="10800000">
                <a:off x="146769" y="3441"/>
                <a:ext cx="316800" cy="1384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3"/>
              <p:cNvSpPr/>
              <p:nvPr/>
            </p:nvSpPr>
            <p:spPr>
              <a:xfrm rot="10800000">
                <a:off x="146769" y="3430"/>
                <a:ext cx="316800" cy="1036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3"/>
              <p:cNvSpPr/>
              <p:nvPr/>
            </p:nvSpPr>
            <p:spPr>
              <a:xfrm rot="10800000">
                <a:off x="146769" y="3406"/>
                <a:ext cx="316800" cy="340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15" name="Google Shape;215;p13"/>
          <p:cNvGrpSpPr/>
          <p:nvPr/>
        </p:nvGrpSpPr>
        <p:grpSpPr>
          <a:xfrm>
            <a:off x="6775084" y="2904008"/>
            <a:ext cx="2186147" cy="2239500"/>
            <a:chOff x="6775084" y="2904008"/>
            <a:chExt cx="2186147" cy="2239500"/>
          </a:xfrm>
        </p:grpSpPr>
        <p:grpSp>
          <p:nvGrpSpPr>
            <p:cNvPr id="216" name="Google Shape;216;p13"/>
            <p:cNvGrpSpPr/>
            <p:nvPr/>
          </p:nvGrpSpPr>
          <p:grpSpPr>
            <a:xfrm>
              <a:off x="6775084" y="4253708"/>
              <a:ext cx="409500" cy="889800"/>
              <a:chOff x="6775084" y="4253708"/>
              <a:chExt cx="409500" cy="889800"/>
            </a:xfrm>
          </p:grpSpPr>
          <p:sp>
            <p:nvSpPr>
              <p:cNvPr id="217" name="Google Shape;217;p13"/>
              <p:cNvSpPr/>
              <p:nvPr/>
            </p:nvSpPr>
            <p:spPr>
              <a:xfrm>
                <a:off x="6775084" y="4253708"/>
                <a:ext cx="409500" cy="8898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3"/>
              <p:cNvSpPr/>
              <p:nvPr/>
            </p:nvSpPr>
            <p:spPr>
              <a:xfrm>
                <a:off x="6775084" y="4703408"/>
                <a:ext cx="409500" cy="4401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9" name="Google Shape;219;p13"/>
            <p:cNvGrpSpPr/>
            <p:nvPr/>
          </p:nvGrpSpPr>
          <p:grpSpPr>
            <a:xfrm>
              <a:off x="7367299" y="3804008"/>
              <a:ext cx="409500" cy="1339500"/>
              <a:chOff x="7367299" y="3804008"/>
              <a:chExt cx="409500" cy="1339500"/>
            </a:xfrm>
          </p:grpSpPr>
          <p:sp>
            <p:nvSpPr>
              <p:cNvPr id="220" name="Google Shape;220;p13"/>
              <p:cNvSpPr/>
              <p:nvPr/>
            </p:nvSpPr>
            <p:spPr>
              <a:xfrm>
                <a:off x="7367299" y="4253708"/>
                <a:ext cx="409500" cy="8898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3"/>
              <p:cNvSpPr/>
              <p:nvPr/>
            </p:nvSpPr>
            <p:spPr>
              <a:xfrm>
                <a:off x="7367299" y="3804008"/>
                <a:ext cx="409500" cy="1339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3"/>
              <p:cNvSpPr/>
              <p:nvPr/>
            </p:nvSpPr>
            <p:spPr>
              <a:xfrm>
                <a:off x="7367299" y="4703408"/>
                <a:ext cx="409500" cy="4401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3" name="Google Shape;223;p13"/>
            <p:cNvGrpSpPr/>
            <p:nvPr/>
          </p:nvGrpSpPr>
          <p:grpSpPr>
            <a:xfrm>
              <a:off x="7959516" y="3354008"/>
              <a:ext cx="409500" cy="1789500"/>
              <a:chOff x="7959516" y="3354008"/>
              <a:chExt cx="409500" cy="1789500"/>
            </a:xfrm>
          </p:grpSpPr>
          <p:sp>
            <p:nvSpPr>
              <p:cNvPr id="224" name="Google Shape;224;p13"/>
              <p:cNvSpPr/>
              <p:nvPr/>
            </p:nvSpPr>
            <p:spPr>
              <a:xfrm>
                <a:off x="7959516" y="4253708"/>
                <a:ext cx="409500" cy="8898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3"/>
              <p:cNvSpPr/>
              <p:nvPr/>
            </p:nvSpPr>
            <p:spPr>
              <a:xfrm>
                <a:off x="7959516" y="3354008"/>
                <a:ext cx="409500" cy="1789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3"/>
              <p:cNvSpPr/>
              <p:nvPr/>
            </p:nvSpPr>
            <p:spPr>
              <a:xfrm>
                <a:off x="7959516" y="3804008"/>
                <a:ext cx="409500" cy="1339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3"/>
              <p:cNvSpPr/>
              <p:nvPr/>
            </p:nvSpPr>
            <p:spPr>
              <a:xfrm>
                <a:off x="7959516" y="4703408"/>
                <a:ext cx="409500" cy="4401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8" name="Google Shape;228;p13"/>
            <p:cNvGrpSpPr/>
            <p:nvPr/>
          </p:nvGrpSpPr>
          <p:grpSpPr>
            <a:xfrm>
              <a:off x="8551731" y="2904008"/>
              <a:ext cx="409500" cy="2239500"/>
              <a:chOff x="8551731" y="2904008"/>
              <a:chExt cx="409500" cy="2239500"/>
            </a:xfrm>
          </p:grpSpPr>
          <p:sp>
            <p:nvSpPr>
              <p:cNvPr id="229" name="Google Shape;229;p13"/>
              <p:cNvSpPr/>
              <p:nvPr/>
            </p:nvSpPr>
            <p:spPr>
              <a:xfrm>
                <a:off x="8551731" y="4253708"/>
                <a:ext cx="409500" cy="8898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3"/>
              <p:cNvSpPr/>
              <p:nvPr/>
            </p:nvSpPr>
            <p:spPr>
              <a:xfrm>
                <a:off x="8551731" y="3354008"/>
                <a:ext cx="409500" cy="1789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3"/>
              <p:cNvSpPr/>
              <p:nvPr/>
            </p:nvSpPr>
            <p:spPr>
              <a:xfrm>
                <a:off x="8551731" y="3804008"/>
                <a:ext cx="409500" cy="1339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3"/>
              <p:cNvSpPr/>
              <p:nvPr/>
            </p:nvSpPr>
            <p:spPr>
              <a:xfrm>
                <a:off x="8551731" y="2904008"/>
                <a:ext cx="409500" cy="2239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3"/>
              <p:cNvSpPr/>
              <p:nvPr/>
            </p:nvSpPr>
            <p:spPr>
              <a:xfrm>
                <a:off x="8551731" y="4703408"/>
                <a:ext cx="409500" cy="4401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34" name="Google Shape;234;p13"/>
          <p:cNvSpPr txBox="1"/>
          <p:nvPr>
            <p:ph type="title"/>
          </p:nvPr>
        </p:nvSpPr>
        <p:spPr>
          <a:xfrm>
            <a:off x="824000" y="1613825"/>
            <a:ext cx="5857800" cy="187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35" name="Google Shape;235;p13"/>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6" name="Shape 236"/>
        <p:cNvGrpSpPr/>
        <p:nvPr/>
      </p:nvGrpSpPr>
      <p:grpSpPr>
        <a:xfrm>
          <a:off x="0" y="0"/>
          <a:ext cx="0" cy="0"/>
          <a:chOff x="0" y="0"/>
          <a:chExt cx="0" cy="0"/>
        </a:xfrm>
      </p:grpSpPr>
      <p:grpSp>
        <p:nvGrpSpPr>
          <p:cNvPr id="237" name="Google Shape;237;p14"/>
          <p:cNvGrpSpPr/>
          <p:nvPr/>
        </p:nvGrpSpPr>
        <p:grpSpPr>
          <a:xfrm>
            <a:off x="625966" y="299376"/>
            <a:ext cx="999312" cy="999312"/>
            <a:chOff x="348199" y="179450"/>
            <a:chExt cx="1116300" cy="1116300"/>
          </a:xfrm>
        </p:grpSpPr>
        <p:sp>
          <p:nvSpPr>
            <p:cNvPr id="238" name="Google Shape;238;p14"/>
            <p:cNvSpPr/>
            <p:nvPr/>
          </p:nvSpPr>
          <p:spPr>
            <a:xfrm rot="-5400000">
              <a:off x="574557" y="405788"/>
              <a:ext cx="663600" cy="6636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4"/>
            <p:cNvSpPr/>
            <p:nvPr/>
          </p:nvSpPr>
          <p:spPr>
            <a:xfrm rot="-5400000">
              <a:off x="348199" y="179450"/>
              <a:ext cx="1116300" cy="11163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0" name="Google Shape;240;p14"/>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1" name="Google Shape;241;p14"/>
          <p:cNvSpPr txBox="1"/>
          <p:nvPr>
            <p:ph idx="1" type="body"/>
          </p:nvPr>
        </p:nvSpPr>
        <p:spPr>
          <a:xfrm>
            <a:off x="1303800" y="1990050"/>
            <a:ext cx="3430500" cy="2541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2" name="Google Shape;242;p14"/>
          <p:cNvSpPr txBox="1"/>
          <p:nvPr>
            <p:ph idx="2" type="body"/>
          </p:nvPr>
        </p:nvSpPr>
        <p:spPr>
          <a:xfrm>
            <a:off x="4903650" y="1990050"/>
            <a:ext cx="3430500" cy="2541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3" name="Google Shape;243;p14"/>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4" name="Shape 244"/>
        <p:cNvGrpSpPr/>
        <p:nvPr/>
      </p:nvGrpSpPr>
      <p:grpSpPr>
        <a:xfrm>
          <a:off x="0" y="0"/>
          <a:ext cx="0" cy="0"/>
          <a:chOff x="0" y="0"/>
          <a:chExt cx="0" cy="0"/>
        </a:xfrm>
      </p:grpSpPr>
      <p:grpSp>
        <p:nvGrpSpPr>
          <p:cNvPr id="245" name="Google Shape;245;p15"/>
          <p:cNvGrpSpPr/>
          <p:nvPr/>
        </p:nvGrpSpPr>
        <p:grpSpPr>
          <a:xfrm>
            <a:off x="625966" y="299376"/>
            <a:ext cx="999312" cy="999312"/>
            <a:chOff x="348199" y="179450"/>
            <a:chExt cx="1116300" cy="1116300"/>
          </a:xfrm>
        </p:grpSpPr>
        <p:sp>
          <p:nvSpPr>
            <p:cNvPr id="246" name="Google Shape;246;p15"/>
            <p:cNvSpPr/>
            <p:nvPr/>
          </p:nvSpPr>
          <p:spPr>
            <a:xfrm rot="-5400000">
              <a:off x="574557" y="405788"/>
              <a:ext cx="663600" cy="6636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5"/>
            <p:cNvSpPr/>
            <p:nvPr/>
          </p:nvSpPr>
          <p:spPr>
            <a:xfrm rot="-5400000">
              <a:off x="348199" y="179450"/>
              <a:ext cx="1116300" cy="11163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8" name="Google Shape;248;p15"/>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9" name="Google Shape;249;p15"/>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0" name="Shape 250"/>
        <p:cNvGrpSpPr/>
        <p:nvPr/>
      </p:nvGrpSpPr>
      <p:grpSpPr>
        <a:xfrm>
          <a:off x="0" y="0"/>
          <a:ext cx="0" cy="0"/>
          <a:chOff x="0" y="0"/>
          <a:chExt cx="0" cy="0"/>
        </a:xfrm>
      </p:grpSpPr>
      <p:grpSp>
        <p:nvGrpSpPr>
          <p:cNvPr id="251" name="Google Shape;251;p16"/>
          <p:cNvGrpSpPr/>
          <p:nvPr/>
        </p:nvGrpSpPr>
        <p:grpSpPr>
          <a:xfrm>
            <a:off x="625966" y="299376"/>
            <a:ext cx="999312" cy="999312"/>
            <a:chOff x="348199" y="179450"/>
            <a:chExt cx="1116300" cy="1116300"/>
          </a:xfrm>
        </p:grpSpPr>
        <p:sp>
          <p:nvSpPr>
            <p:cNvPr id="252" name="Google Shape;252;p16"/>
            <p:cNvSpPr/>
            <p:nvPr/>
          </p:nvSpPr>
          <p:spPr>
            <a:xfrm rot="-5400000">
              <a:off x="574557" y="405788"/>
              <a:ext cx="663600" cy="6636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6"/>
            <p:cNvSpPr/>
            <p:nvPr/>
          </p:nvSpPr>
          <p:spPr>
            <a:xfrm rot="-5400000">
              <a:off x="348199" y="179450"/>
              <a:ext cx="1116300" cy="11163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4" name="Google Shape;254;p16"/>
          <p:cNvSpPr txBox="1"/>
          <p:nvPr>
            <p:ph type="title"/>
          </p:nvPr>
        </p:nvSpPr>
        <p:spPr>
          <a:xfrm>
            <a:off x="1303800" y="598575"/>
            <a:ext cx="3312000" cy="1590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5" name="Google Shape;255;p16"/>
          <p:cNvSpPr txBox="1"/>
          <p:nvPr>
            <p:ph idx="1" type="body"/>
          </p:nvPr>
        </p:nvSpPr>
        <p:spPr>
          <a:xfrm>
            <a:off x="1303800" y="2309675"/>
            <a:ext cx="3312000" cy="22218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56" name="Google Shape;256;p16"/>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7" name="Shape 257"/>
        <p:cNvGrpSpPr/>
        <p:nvPr/>
      </p:nvGrpSpPr>
      <p:grpSpPr>
        <a:xfrm>
          <a:off x="0" y="0"/>
          <a:ext cx="0" cy="0"/>
          <a:chOff x="0" y="0"/>
          <a:chExt cx="0" cy="0"/>
        </a:xfrm>
      </p:grpSpPr>
      <p:grpSp>
        <p:nvGrpSpPr>
          <p:cNvPr id="258" name="Google Shape;258;p17"/>
          <p:cNvGrpSpPr/>
          <p:nvPr/>
        </p:nvGrpSpPr>
        <p:grpSpPr>
          <a:xfrm>
            <a:off x="625966" y="299376"/>
            <a:ext cx="999312" cy="999312"/>
            <a:chOff x="348199" y="179450"/>
            <a:chExt cx="1116300" cy="1116300"/>
          </a:xfrm>
        </p:grpSpPr>
        <p:sp>
          <p:nvSpPr>
            <p:cNvPr id="259" name="Google Shape;259;p17"/>
            <p:cNvSpPr/>
            <p:nvPr/>
          </p:nvSpPr>
          <p:spPr>
            <a:xfrm rot="-5400000">
              <a:off x="574557" y="405788"/>
              <a:ext cx="663600" cy="6636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7"/>
            <p:cNvSpPr/>
            <p:nvPr/>
          </p:nvSpPr>
          <p:spPr>
            <a:xfrm rot="-5400000">
              <a:off x="348199" y="179450"/>
              <a:ext cx="1116300" cy="11163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1" name="Google Shape;261;p17"/>
          <p:cNvSpPr txBox="1"/>
          <p:nvPr>
            <p:ph type="title"/>
          </p:nvPr>
        </p:nvSpPr>
        <p:spPr>
          <a:xfrm>
            <a:off x="1303800" y="598575"/>
            <a:ext cx="3430500" cy="1990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2" name="Google Shape;262;p17"/>
          <p:cNvSpPr txBox="1"/>
          <p:nvPr>
            <p:ph idx="1" type="subTitle"/>
          </p:nvPr>
        </p:nvSpPr>
        <p:spPr>
          <a:xfrm>
            <a:off x="1303800" y="2743203"/>
            <a:ext cx="3430500" cy="7260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63" name="Google Shape;263;p17"/>
          <p:cNvSpPr txBox="1"/>
          <p:nvPr>
            <p:ph idx="2" type="body"/>
          </p:nvPr>
        </p:nvSpPr>
        <p:spPr>
          <a:xfrm>
            <a:off x="4903700" y="661000"/>
            <a:ext cx="3430500" cy="38706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64" name="Google Shape;264;p17"/>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5" name="Shape 265"/>
        <p:cNvGrpSpPr/>
        <p:nvPr/>
      </p:nvGrpSpPr>
      <p:grpSpPr>
        <a:xfrm>
          <a:off x="0" y="0"/>
          <a:ext cx="0" cy="0"/>
          <a:chOff x="0" y="0"/>
          <a:chExt cx="0" cy="0"/>
        </a:xfrm>
      </p:grpSpPr>
      <p:grpSp>
        <p:nvGrpSpPr>
          <p:cNvPr id="266" name="Google Shape;266;p18"/>
          <p:cNvGrpSpPr/>
          <p:nvPr/>
        </p:nvGrpSpPr>
        <p:grpSpPr>
          <a:xfrm>
            <a:off x="713373" y="3847119"/>
            <a:ext cx="825392" cy="825392"/>
            <a:chOff x="348199" y="179450"/>
            <a:chExt cx="1116300" cy="1116300"/>
          </a:xfrm>
        </p:grpSpPr>
        <p:sp>
          <p:nvSpPr>
            <p:cNvPr id="267" name="Google Shape;267;p18"/>
            <p:cNvSpPr/>
            <p:nvPr/>
          </p:nvSpPr>
          <p:spPr>
            <a:xfrm rot="-5400000">
              <a:off x="574557" y="405788"/>
              <a:ext cx="663600" cy="6636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8"/>
            <p:cNvSpPr/>
            <p:nvPr/>
          </p:nvSpPr>
          <p:spPr>
            <a:xfrm rot="-5400000">
              <a:off x="348199" y="179450"/>
              <a:ext cx="1116300" cy="11163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9" name="Google Shape;269;p18"/>
          <p:cNvSpPr txBox="1"/>
          <p:nvPr>
            <p:ph idx="1" type="body"/>
          </p:nvPr>
        </p:nvSpPr>
        <p:spPr>
          <a:xfrm>
            <a:off x="1303800" y="4138975"/>
            <a:ext cx="5843100" cy="534900"/>
          </a:xfrm>
          <a:prstGeom prst="rect">
            <a:avLst/>
          </a:prstGeom>
          <a:noFill/>
          <a:ln>
            <a:noFill/>
          </a:ln>
        </p:spPr>
        <p:txBody>
          <a:bodyPr anchorCtr="0" anchor="t"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270" name="Google Shape;270;p18"/>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9"/>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1pPr>
            <a:lvl2pPr lvl="1"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2pPr>
            <a:lvl3pPr lvl="2"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3pPr>
            <a:lvl4pPr lvl="3"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4pPr>
            <a:lvl5pPr lvl="4"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5pPr>
            <a:lvl6pPr lvl="5"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6pPr>
            <a:lvl7pPr lvl="6"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7pPr>
            <a:lvl8pPr lvl="7"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8pPr>
            <a:lvl9pPr lvl="8"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9pPr>
          </a:lstStyle>
          <a:p/>
        </p:txBody>
      </p:sp>
      <p:sp>
        <p:nvSpPr>
          <p:cNvPr id="7" name="Google Shape;7;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1pPr>
            <a:lvl2pPr indent="-298450" lvl="1" marL="9144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2pPr>
            <a:lvl3pPr indent="-298450" lvl="2" marL="13716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3pPr>
            <a:lvl4pPr indent="-298450" lvl="3" marL="18288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8450" lvl="4" marL="22860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5pPr>
            <a:lvl6pPr indent="-298450" lvl="5" marL="27432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6pPr>
            <a:lvl7pPr indent="-298450" lvl="6" marL="32004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7pPr>
            <a:lvl8pPr indent="-298450" lvl="7" marL="36576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8pPr>
            <a:lvl9pPr indent="-298450" lvl="8" marL="41148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9pPr>
          </a:lstStyle>
          <a:p/>
        </p:txBody>
      </p:sp>
      <p:sp>
        <p:nvSpPr>
          <p:cNvPr id="8" name="Google Shape;8;p8"/>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6" name="Shape 276"/>
        <p:cNvGrpSpPr/>
        <p:nvPr/>
      </p:nvGrpSpPr>
      <p:grpSpPr>
        <a:xfrm>
          <a:off x="0" y="0"/>
          <a:ext cx="0" cy="0"/>
          <a:chOff x="0" y="0"/>
          <a:chExt cx="0" cy="0"/>
        </a:xfrm>
      </p:grpSpPr>
      <p:sp>
        <p:nvSpPr>
          <p:cNvPr id="277" name="Google Shape;277;p1"/>
          <p:cNvSpPr txBox="1"/>
          <p:nvPr/>
        </p:nvSpPr>
        <p:spPr>
          <a:xfrm>
            <a:off x="818000" y="2171550"/>
            <a:ext cx="56925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lang="fr-FR" sz="4000">
                <a:solidFill>
                  <a:schemeClr val="lt1"/>
                </a:solidFill>
                <a:latin typeface="Titillium Web"/>
                <a:ea typeface="Titillium Web"/>
                <a:cs typeface="Titillium Web"/>
                <a:sym typeface="Titillium Web"/>
              </a:rPr>
              <a:t>Rapport Primero Bank</a:t>
            </a:r>
            <a:endParaRPr sz="4000">
              <a:solidFill>
                <a:schemeClr val="lt1"/>
              </a:solidFill>
              <a:latin typeface="Titillium Web"/>
              <a:ea typeface="Titillium Web"/>
              <a:cs typeface="Titillium Web"/>
              <a:sym typeface="Titillium Web"/>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fr-FR"/>
              <a:t>Notre compréhension de vos enjeux</a:t>
            </a:r>
            <a:endParaRPr/>
          </a:p>
        </p:txBody>
      </p:sp>
      <p:sp>
        <p:nvSpPr>
          <p:cNvPr id="283" name="Google Shape;283;p2"/>
          <p:cNvSpPr txBox="1"/>
          <p:nvPr>
            <p:ph idx="1" type="body"/>
          </p:nvPr>
        </p:nvSpPr>
        <p:spPr>
          <a:xfrm>
            <a:off x="1303800" y="1990050"/>
            <a:ext cx="7030500" cy="254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t/>
            </a:r>
            <a:endParaRPr sz="1600">
              <a:latin typeface="Maven Pro Medium"/>
              <a:ea typeface="Maven Pro Medium"/>
              <a:cs typeface="Maven Pro Medium"/>
              <a:sym typeface="Maven Pro Medium"/>
            </a:endParaRPr>
          </a:p>
          <a:p>
            <a:pPr indent="-330200" lvl="0" marL="457200" rtl="0" algn="l">
              <a:lnSpc>
                <a:spcPct val="115000"/>
              </a:lnSpc>
              <a:spcBef>
                <a:spcPts val="1200"/>
              </a:spcBef>
              <a:spcAft>
                <a:spcPts val="0"/>
              </a:spcAft>
              <a:buSzPts val="1600"/>
              <a:buChar char="-"/>
            </a:pPr>
            <a:r>
              <a:rPr lang="fr-FR" sz="1600">
                <a:latin typeface="Maven Pro Medium"/>
                <a:ea typeface="Maven Pro Medium"/>
                <a:cs typeface="Maven Pro Medium"/>
                <a:sym typeface="Maven Pro Medium"/>
              </a:rPr>
              <a:t>Enjeux : </a:t>
            </a:r>
            <a:r>
              <a:rPr lang="fr-FR" sz="1600">
                <a:latin typeface="Maven Pro Medium"/>
                <a:ea typeface="Maven Pro Medium"/>
                <a:cs typeface="Maven Pro Medium"/>
                <a:sym typeface="Maven Pro Medium"/>
              </a:rPr>
              <a:t>Comprendre pourquoi les clients partent.</a:t>
            </a:r>
            <a:endParaRPr sz="1600">
              <a:latin typeface="Maven Pro Medium"/>
              <a:ea typeface="Maven Pro Medium"/>
              <a:cs typeface="Maven Pro Medium"/>
              <a:sym typeface="Maven Pro Medium"/>
            </a:endParaRPr>
          </a:p>
          <a:p>
            <a:pPr indent="-330200" lvl="0" marL="457200" rtl="0" algn="l">
              <a:lnSpc>
                <a:spcPct val="115000"/>
              </a:lnSpc>
              <a:spcBef>
                <a:spcPts val="0"/>
              </a:spcBef>
              <a:spcAft>
                <a:spcPts val="0"/>
              </a:spcAft>
              <a:buSzPts val="1600"/>
              <a:buFont typeface="Maven Pro Medium"/>
              <a:buChar char="-"/>
            </a:pPr>
            <a:r>
              <a:rPr lang="fr-FR" sz="1600">
                <a:latin typeface="Maven Pro Medium"/>
                <a:ea typeface="Maven Pro Medium"/>
                <a:cs typeface="Maven Pro Medium"/>
                <a:sym typeface="Maven Pro Medium"/>
              </a:rPr>
              <a:t>Objectifs de cette présentation : </a:t>
            </a:r>
            <a:endParaRPr sz="1600">
              <a:latin typeface="Maven Pro Medium"/>
              <a:ea typeface="Maven Pro Medium"/>
              <a:cs typeface="Maven Pro Medium"/>
              <a:sym typeface="Maven Pro Medium"/>
            </a:endParaRPr>
          </a:p>
          <a:p>
            <a:pPr indent="-330200" lvl="0" marL="457200" rtl="0" algn="l">
              <a:lnSpc>
                <a:spcPct val="100000"/>
              </a:lnSpc>
              <a:spcBef>
                <a:spcPts val="0"/>
              </a:spcBef>
              <a:spcAft>
                <a:spcPts val="0"/>
              </a:spcAft>
              <a:buSzPts val="1600"/>
              <a:buFont typeface="Maven Pro Medium"/>
              <a:buAutoNum type="arabicParenR"/>
            </a:pPr>
            <a:r>
              <a:rPr lang="fr-FR" sz="1600">
                <a:solidFill>
                  <a:srgbClr val="000000"/>
                </a:solidFill>
                <a:latin typeface="Maven Pro Medium"/>
                <a:ea typeface="Maven Pro Medium"/>
                <a:cs typeface="Maven Pro Medium"/>
                <a:sym typeface="Maven Pro Medium"/>
              </a:rPr>
              <a:t>Identifier le(s) profil(s) type(s) des clients qui quittent la banque.</a:t>
            </a:r>
            <a:endParaRPr sz="1600">
              <a:solidFill>
                <a:srgbClr val="000000"/>
              </a:solidFill>
              <a:latin typeface="Maven Pro Medium"/>
              <a:ea typeface="Maven Pro Medium"/>
              <a:cs typeface="Maven Pro Medium"/>
              <a:sym typeface="Maven Pro Medium"/>
            </a:endParaRPr>
          </a:p>
          <a:p>
            <a:pPr indent="-330200" lvl="0" marL="457200" rtl="0" algn="l">
              <a:lnSpc>
                <a:spcPct val="100000"/>
              </a:lnSpc>
              <a:spcBef>
                <a:spcPts val="0"/>
              </a:spcBef>
              <a:spcAft>
                <a:spcPts val="0"/>
              </a:spcAft>
              <a:buClr>
                <a:srgbClr val="000000"/>
              </a:buClr>
              <a:buSzPts val="1600"/>
              <a:buFont typeface="Maven Pro Medium"/>
              <a:buAutoNum type="arabicParenR"/>
            </a:pPr>
            <a:r>
              <a:rPr lang="fr-FR" sz="1600">
                <a:solidFill>
                  <a:srgbClr val="000000"/>
                </a:solidFill>
                <a:latin typeface="Maven Pro Medium"/>
                <a:ea typeface="Maven Pro Medium"/>
                <a:cs typeface="Maven Pro Medium"/>
                <a:sym typeface="Maven Pro Medium"/>
              </a:rPr>
              <a:t>En déduire des pistes d’analyse sur les raisons pour lesquelles ils quittent la banque.</a:t>
            </a:r>
            <a:endParaRPr sz="1600">
              <a:solidFill>
                <a:srgbClr val="000000"/>
              </a:solidFill>
              <a:latin typeface="Maven Pro Medium"/>
              <a:ea typeface="Maven Pro Medium"/>
              <a:cs typeface="Maven Pro Medium"/>
              <a:sym typeface="Maven Pro Medium"/>
            </a:endParaRPr>
          </a:p>
          <a:p>
            <a:pPr indent="-330200" lvl="0" marL="457200" rtl="0" algn="l">
              <a:lnSpc>
                <a:spcPct val="100000"/>
              </a:lnSpc>
              <a:spcBef>
                <a:spcPts val="0"/>
              </a:spcBef>
              <a:spcAft>
                <a:spcPts val="0"/>
              </a:spcAft>
              <a:buClr>
                <a:srgbClr val="000000"/>
              </a:buClr>
              <a:buSzPts val="1600"/>
              <a:buFont typeface="Maven Pro Medium"/>
              <a:buAutoNum type="arabicParenR"/>
            </a:pPr>
            <a:r>
              <a:rPr lang="fr-FR" sz="1600">
                <a:solidFill>
                  <a:srgbClr val="000000"/>
                </a:solidFill>
                <a:latin typeface="Maven Pro Medium"/>
                <a:ea typeface="Maven Pro Medium"/>
                <a:cs typeface="Maven Pro Medium"/>
                <a:sym typeface="Maven Pro Medium"/>
              </a:rPr>
              <a:t>Identifier la proportion des clients actuels qui pourraient quitter la banque.</a:t>
            </a:r>
            <a:endParaRPr sz="1600">
              <a:solidFill>
                <a:srgbClr val="000000"/>
              </a:solidFill>
              <a:latin typeface="Maven Pro Medium"/>
              <a:ea typeface="Maven Pro Medium"/>
              <a:cs typeface="Maven Pro Medium"/>
              <a:sym typeface="Maven Pro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0a7db0e28c_0_7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FR"/>
              <a:t>Méthodologie</a:t>
            </a:r>
            <a:endParaRPr/>
          </a:p>
        </p:txBody>
      </p:sp>
      <p:sp>
        <p:nvSpPr>
          <p:cNvPr id="289" name="Google Shape;289;g30a7db0e28c_0_71"/>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FR" sz="1800">
                <a:latin typeface="Maven Pro Medium"/>
                <a:ea typeface="Maven Pro Medium"/>
                <a:cs typeface="Maven Pro Medium"/>
                <a:sym typeface="Maven Pro Medium"/>
              </a:rPr>
              <a:t>Analyse de nos clients sur la base de deux profils : clients actuels vs perdus et comparaisons de ceux-ci.</a:t>
            </a:r>
            <a:endParaRPr sz="1800">
              <a:latin typeface="Maven Pro Medium"/>
              <a:ea typeface="Maven Pro Medium"/>
              <a:cs typeface="Maven Pro Medium"/>
              <a:sym typeface="Maven Pro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g30a7db0e28c_0_30" title="Graphique"/>
          <p:cNvPicPr preferRelativeResize="0"/>
          <p:nvPr/>
        </p:nvPicPr>
        <p:blipFill>
          <a:blip r:embed="rId3">
            <a:alphaModFix/>
          </a:blip>
          <a:stretch>
            <a:fillRect/>
          </a:stretch>
        </p:blipFill>
        <p:spPr>
          <a:xfrm>
            <a:off x="1615975" y="801224"/>
            <a:ext cx="5912050" cy="3658650"/>
          </a:xfrm>
          <a:prstGeom prst="rect">
            <a:avLst/>
          </a:prstGeom>
          <a:noFill/>
          <a:ln>
            <a:noFill/>
          </a:ln>
        </p:spPr>
      </p:pic>
      <p:sp>
        <p:nvSpPr>
          <p:cNvPr id="295" name="Google Shape;295;g30a7db0e28c_0_30"/>
          <p:cNvSpPr txBox="1"/>
          <p:nvPr/>
        </p:nvSpPr>
        <p:spPr>
          <a:xfrm>
            <a:off x="604200" y="4459875"/>
            <a:ext cx="7935600" cy="441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1200"/>
              </a:spcAft>
              <a:buNone/>
            </a:pPr>
            <a:r>
              <a:rPr i="1" lang="fr-FR" sz="1200">
                <a:solidFill>
                  <a:srgbClr val="333333"/>
                </a:solidFill>
                <a:latin typeface="DM Sans"/>
                <a:ea typeface="DM Sans"/>
                <a:cs typeface="DM Sans"/>
                <a:sym typeface="DM Sans"/>
              </a:rPr>
              <a:t>Graphique en aire montrant la répartition du taux d’inactivité en mois des clients actuels VS perdus.</a:t>
            </a:r>
            <a:endParaRPr sz="1300">
              <a:solidFill>
                <a:schemeClr val="dk2"/>
              </a:solidFill>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41414"/>
              <a:buNone/>
            </a:pPr>
            <a:r>
              <a:rPr lang="fr-FR" sz="2200"/>
              <a:t>Temps d’inactivité en mois</a:t>
            </a:r>
            <a:br>
              <a:rPr lang="fr-FR"/>
            </a:br>
            <a:r>
              <a:rPr b="0" lang="fr-FR" sz="2000"/>
              <a:t>L’analyse des données – Insights</a:t>
            </a:r>
            <a:br>
              <a:rPr lang="fr-FR"/>
            </a:br>
            <a:endParaRPr b="0"/>
          </a:p>
        </p:txBody>
      </p:sp>
      <p:sp>
        <p:nvSpPr>
          <p:cNvPr id="301" name="Google Shape;301;p4"/>
          <p:cNvSpPr txBox="1"/>
          <p:nvPr/>
        </p:nvSpPr>
        <p:spPr>
          <a:xfrm>
            <a:off x="716275" y="2069375"/>
            <a:ext cx="7386900" cy="2079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lang="fr-FR" sz="2000">
                <a:solidFill>
                  <a:srgbClr val="333333"/>
                </a:solidFill>
                <a:latin typeface="Maven Pro Medium"/>
                <a:ea typeface="Maven Pro Medium"/>
                <a:cs typeface="Maven Pro Medium"/>
                <a:sym typeface="Maven Pro Medium"/>
              </a:rPr>
              <a:t>Nous remarquons  que la majorité des clients actuels ont un taux d’inactivité ne dépassant pas les 4 mois. Avoir un client avec plus de 4 mois d’inactivité pourrait signifier qu’il risque de partir.</a:t>
            </a:r>
            <a:endParaRPr sz="2000">
              <a:solidFill>
                <a:srgbClr val="333333"/>
              </a:solidFill>
              <a:latin typeface="Maven Pro Medium"/>
              <a:ea typeface="Maven Pro Medium"/>
              <a:cs typeface="Maven Pro Medium"/>
              <a:sym typeface="Maven Pro Medium"/>
            </a:endParaRPr>
          </a:p>
          <a:p>
            <a:pPr indent="0" lvl="0" marL="0" rtl="0" algn="ctr">
              <a:spcBef>
                <a:spcPts val="1200"/>
              </a:spcBef>
              <a:spcAft>
                <a:spcPts val="0"/>
              </a:spcAft>
              <a:buNone/>
            </a:pPr>
            <a:r>
              <a:t/>
            </a:r>
            <a:endParaRPr sz="2000">
              <a:solidFill>
                <a:schemeClr val="dk2"/>
              </a:solidFill>
              <a:latin typeface="Maven Pro Medium"/>
              <a:ea typeface="Maven Pro Medium"/>
              <a:cs typeface="Maven Pro Medium"/>
              <a:sym typeface="Maven Pro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30a7db0e28c_0_0"/>
          <p:cNvSpPr txBox="1"/>
          <p:nvPr/>
        </p:nvSpPr>
        <p:spPr>
          <a:xfrm>
            <a:off x="604200" y="4450075"/>
            <a:ext cx="7935600" cy="441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i="1" lang="fr-FR" sz="1200">
                <a:solidFill>
                  <a:srgbClr val="333333"/>
                </a:solidFill>
                <a:latin typeface="DM Sans"/>
                <a:ea typeface="DM Sans"/>
                <a:cs typeface="DM Sans"/>
                <a:sym typeface="DM Sans"/>
              </a:rPr>
              <a:t>Graphique en courbe montrant la répartition du nombre de transactions des clients actuels VS perdus.</a:t>
            </a:r>
            <a:endParaRPr i="1" sz="1200">
              <a:solidFill>
                <a:srgbClr val="333333"/>
              </a:solidFill>
              <a:latin typeface="DM Sans"/>
              <a:ea typeface="DM Sans"/>
              <a:cs typeface="DM Sans"/>
              <a:sym typeface="DM Sans"/>
            </a:endParaRPr>
          </a:p>
          <a:p>
            <a:pPr indent="0" lvl="0" marL="0" rtl="0" algn="ctr">
              <a:spcBef>
                <a:spcPts val="0"/>
              </a:spcBef>
              <a:spcAft>
                <a:spcPts val="0"/>
              </a:spcAft>
              <a:buNone/>
            </a:pPr>
            <a:r>
              <a:t/>
            </a:r>
            <a:endParaRPr sz="1300">
              <a:solidFill>
                <a:schemeClr val="dk2"/>
              </a:solidFill>
              <a:latin typeface="Nunito"/>
              <a:ea typeface="Nunito"/>
              <a:cs typeface="Nunito"/>
              <a:sym typeface="Nunito"/>
            </a:endParaRPr>
          </a:p>
        </p:txBody>
      </p:sp>
      <p:pic>
        <p:nvPicPr>
          <p:cNvPr id="307" name="Google Shape;307;g30a7db0e28c_0_0" title="Graphique"/>
          <p:cNvPicPr preferRelativeResize="0"/>
          <p:nvPr/>
        </p:nvPicPr>
        <p:blipFill>
          <a:blip r:embed="rId3">
            <a:alphaModFix/>
          </a:blip>
          <a:stretch>
            <a:fillRect/>
          </a:stretch>
        </p:blipFill>
        <p:spPr>
          <a:xfrm>
            <a:off x="1627438" y="805600"/>
            <a:ext cx="5889113" cy="3644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0a7db0e28c_0_54"/>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41414"/>
              <a:buNone/>
            </a:pPr>
            <a:r>
              <a:rPr lang="fr-FR" sz="2200"/>
              <a:t>Nombre de transactions</a:t>
            </a:r>
            <a:br>
              <a:rPr lang="fr-FR"/>
            </a:br>
            <a:r>
              <a:rPr b="0" lang="fr-FR" sz="2000"/>
              <a:t>L’analyse des données – Insights</a:t>
            </a:r>
            <a:br>
              <a:rPr lang="fr-FR"/>
            </a:br>
            <a:endParaRPr b="0"/>
          </a:p>
        </p:txBody>
      </p:sp>
      <p:sp>
        <p:nvSpPr>
          <p:cNvPr id="313" name="Google Shape;313;g30a7db0e28c_0_54"/>
          <p:cNvSpPr txBox="1"/>
          <p:nvPr/>
        </p:nvSpPr>
        <p:spPr>
          <a:xfrm>
            <a:off x="755475" y="2353500"/>
            <a:ext cx="7386900" cy="2057400"/>
          </a:xfrm>
          <a:prstGeom prst="rect">
            <a:avLst/>
          </a:prstGeom>
          <a:noFill/>
          <a:ln>
            <a:noFill/>
          </a:ln>
        </p:spPr>
        <p:txBody>
          <a:bodyPr anchorCtr="0" anchor="t" bIns="91425" lIns="91425" spcFirstLastPara="1" rIns="91425" wrap="square" tIns="91425">
            <a:noAutofit/>
          </a:bodyPr>
          <a:lstStyle/>
          <a:p>
            <a:pPr indent="0" lvl="0" marL="0" rtl="0" algn="ctr">
              <a:lnSpc>
                <a:spcPct val="131891"/>
              </a:lnSpc>
              <a:spcBef>
                <a:spcPts val="1400"/>
              </a:spcBef>
              <a:spcAft>
                <a:spcPts val="0"/>
              </a:spcAft>
              <a:buNone/>
            </a:pPr>
            <a:r>
              <a:rPr lang="fr-FR" sz="1800">
                <a:solidFill>
                  <a:srgbClr val="333333"/>
                </a:solidFill>
                <a:latin typeface="Maven Pro Medium"/>
                <a:ea typeface="Maven Pro Medium"/>
                <a:cs typeface="Maven Pro Medium"/>
                <a:sym typeface="Maven Pro Medium"/>
              </a:rPr>
              <a:t>Ce graphique nous montre que les clients actuels ont un nombre beaucoup plus élevé de transactions que les clients perdus. Un client ayant un nombre de transactions inférieures à 50 est donc potentiellement à risque.</a:t>
            </a:r>
            <a:endParaRPr sz="1800">
              <a:solidFill>
                <a:srgbClr val="333333"/>
              </a:solidFill>
              <a:latin typeface="Maven Pro Medium"/>
              <a:ea typeface="Maven Pro Medium"/>
              <a:cs typeface="Maven Pro Medium"/>
              <a:sym typeface="Maven Pro Medium"/>
            </a:endParaRPr>
          </a:p>
          <a:p>
            <a:pPr indent="0" lvl="0" marL="0" rtl="0" algn="ctr">
              <a:lnSpc>
                <a:spcPct val="115000"/>
              </a:lnSpc>
              <a:spcBef>
                <a:spcPts val="1200"/>
              </a:spcBef>
              <a:spcAft>
                <a:spcPts val="0"/>
              </a:spcAft>
              <a:buNone/>
            </a:pPr>
            <a:r>
              <a:t/>
            </a:r>
            <a:endParaRPr sz="1800">
              <a:solidFill>
                <a:srgbClr val="333333"/>
              </a:solidFill>
              <a:latin typeface="Maven Pro Medium"/>
              <a:ea typeface="Maven Pro Medium"/>
              <a:cs typeface="Maven Pro Medium"/>
              <a:sym typeface="Maven Pro Medium"/>
            </a:endParaRPr>
          </a:p>
          <a:p>
            <a:pPr indent="0" lvl="0" marL="0" rtl="0" algn="ctr">
              <a:spcBef>
                <a:spcPts val="1200"/>
              </a:spcBef>
              <a:spcAft>
                <a:spcPts val="0"/>
              </a:spcAft>
              <a:buNone/>
            </a:pPr>
            <a:r>
              <a:t/>
            </a:r>
            <a:endParaRPr sz="1800">
              <a:solidFill>
                <a:schemeClr val="dk2"/>
              </a:solidFill>
              <a:latin typeface="Maven Pro Medium"/>
              <a:ea typeface="Maven Pro Medium"/>
              <a:cs typeface="Maven Pro Medium"/>
              <a:sym typeface="Maven Pro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30a7db0e28c_0_25"/>
          <p:cNvSpPr txBox="1"/>
          <p:nvPr/>
        </p:nvSpPr>
        <p:spPr>
          <a:xfrm>
            <a:off x="604200" y="4459875"/>
            <a:ext cx="7935600" cy="441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1200"/>
              </a:spcAft>
              <a:buNone/>
            </a:pPr>
            <a:r>
              <a:rPr i="1" lang="fr-FR" sz="1200">
                <a:solidFill>
                  <a:srgbClr val="333333"/>
                </a:solidFill>
                <a:latin typeface="DM Sans"/>
                <a:ea typeface="DM Sans"/>
                <a:cs typeface="DM Sans"/>
                <a:sym typeface="DM Sans"/>
              </a:rPr>
              <a:t>Graphique comparant la catégorie de revenus des clients actuels VS perdus.</a:t>
            </a:r>
            <a:endParaRPr sz="1300">
              <a:solidFill>
                <a:schemeClr val="dk2"/>
              </a:solidFill>
              <a:latin typeface="Nunito"/>
              <a:ea typeface="Nunito"/>
              <a:cs typeface="Nunito"/>
              <a:sym typeface="Nunito"/>
            </a:endParaRPr>
          </a:p>
        </p:txBody>
      </p:sp>
      <p:pic>
        <p:nvPicPr>
          <p:cNvPr id="319" name="Google Shape;319;g30a7db0e28c_0_25" title="Graphique"/>
          <p:cNvPicPr preferRelativeResize="0"/>
          <p:nvPr/>
        </p:nvPicPr>
        <p:blipFill>
          <a:blip r:embed="rId3">
            <a:alphaModFix/>
          </a:blip>
          <a:stretch>
            <a:fillRect/>
          </a:stretch>
        </p:blipFill>
        <p:spPr>
          <a:xfrm>
            <a:off x="1621699" y="808275"/>
            <a:ext cx="5900609" cy="36516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0a7db0e28c_0_59"/>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41414"/>
              <a:buNone/>
            </a:pPr>
            <a:r>
              <a:rPr lang="fr-FR" sz="2200"/>
              <a:t>Catégories de revenus</a:t>
            </a:r>
            <a:br>
              <a:rPr lang="fr-FR"/>
            </a:br>
            <a:r>
              <a:rPr b="0" lang="fr-FR" sz="2000"/>
              <a:t>L’analyse des données – Insights</a:t>
            </a:r>
            <a:br>
              <a:rPr lang="fr-FR"/>
            </a:br>
            <a:endParaRPr b="0"/>
          </a:p>
        </p:txBody>
      </p:sp>
      <p:sp>
        <p:nvSpPr>
          <p:cNvPr id="325" name="Google Shape;325;g30a7db0e28c_0_59"/>
          <p:cNvSpPr txBox="1"/>
          <p:nvPr/>
        </p:nvSpPr>
        <p:spPr>
          <a:xfrm>
            <a:off x="755475" y="1775450"/>
            <a:ext cx="7386900" cy="2909700"/>
          </a:xfrm>
          <a:prstGeom prst="rect">
            <a:avLst/>
          </a:prstGeom>
          <a:noFill/>
          <a:ln>
            <a:noFill/>
          </a:ln>
        </p:spPr>
        <p:txBody>
          <a:bodyPr anchorCtr="0" anchor="t" bIns="91425" lIns="91425" spcFirstLastPara="1" rIns="91425" wrap="square" tIns="91425">
            <a:noAutofit/>
          </a:bodyPr>
          <a:lstStyle/>
          <a:p>
            <a:pPr indent="0" lvl="0" marL="0" rtl="0" algn="ctr">
              <a:lnSpc>
                <a:spcPct val="131891"/>
              </a:lnSpc>
              <a:spcBef>
                <a:spcPts val="1400"/>
              </a:spcBef>
              <a:spcAft>
                <a:spcPts val="0"/>
              </a:spcAft>
              <a:buNone/>
            </a:pPr>
            <a:r>
              <a:rPr lang="fr-FR" sz="1800">
                <a:solidFill>
                  <a:srgbClr val="333333"/>
                </a:solidFill>
                <a:latin typeface="Maven Pro Medium"/>
                <a:ea typeface="Maven Pro Medium"/>
                <a:cs typeface="Maven Pro Medium"/>
                <a:sym typeface="Maven Pro Medium"/>
              </a:rPr>
              <a:t>Nous pouvons constater que les clients avec moins de 40k de revenus quittent beaucoup moins la banque proportionnellement comparé aux revenus plus élevés. Les clients possédant un revenu supérieur à 40k sont donc plus à risques et devraient être surveillés. De plus, il existe une proportion non négligeable de clients dont nous ne connaissons pas le niveau de revenus, ce qui peut fausser nos interprétations et hypothèses.</a:t>
            </a:r>
            <a:endParaRPr sz="1800">
              <a:solidFill>
                <a:srgbClr val="333333"/>
              </a:solidFill>
              <a:latin typeface="Maven Pro Medium"/>
              <a:ea typeface="Maven Pro Medium"/>
              <a:cs typeface="Maven Pro Medium"/>
              <a:sym typeface="Maven Pro Medium"/>
            </a:endParaRPr>
          </a:p>
          <a:p>
            <a:pPr indent="0" lvl="0" marL="0" rtl="0" algn="ctr">
              <a:lnSpc>
                <a:spcPct val="115000"/>
              </a:lnSpc>
              <a:spcBef>
                <a:spcPts val="1200"/>
              </a:spcBef>
              <a:spcAft>
                <a:spcPts val="0"/>
              </a:spcAft>
              <a:buNone/>
            </a:pPr>
            <a:r>
              <a:t/>
            </a:r>
            <a:endParaRPr sz="1800">
              <a:solidFill>
                <a:srgbClr val="333333"/>
              </a:solidFill>
              <a:latin typeface="Maven Pro Medium"/>
              <a:ea typeface="Maven Pro Medium"/>
              <a:cs typeface="Maven Pro Medium"/>
              <a:sym typeface="Maven Pro Medium"/>
            </a:endParaRPr>
          </a:p>
          <a:p>
            <a:pPr indent="0" lvl="0" marL="0" rtl="0" algn="ctr">
              <a:spcBef>
                <a:spcPts val="1200"/>
              </a:spcBef>
              <a:spcAft>
                <a:spcPts val="0"/>
              </a:spcAft>
              <a:buNone/>
            </a:pPr>
            <a:r>
              <a:t/>
            </a:r>
            <a:endParaRPr sz="1800">
              <a:solidFill>
                <a:schemeClr val="dk2"/>
              </a:solidFill>
              <a:latin typeface="Maven Pro Medium"/>
              <a:ea typeface="Maven Pro Medium"/>
              <a:cs typeface="Maven Pro Medium"/>
              <a:sym typeface="Maven Pro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30a7db0e28c_0_20"/>
          <p:cNvSpPr txBox="1"/>
          <p:nvPr/>
        </p:nvSpPr>
        <p:spPr>
          <a:xfrm>
            <a:off x="604200" y="4459875"/>
            <a:ext cx="7935600" cy="441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i="1" lang="fr-FR" sz="1200">
                <a:solidFill>
                  <a:srgbClr val="333333"/>
                </a:solidFill>
                <a:latin typeface="DM Sans"/>
                <a:ea typeface="DM Sans"/>
                <a:cs typeface="DM Sans"/>
                <a:sym typeface="DM Sans"/>
              </a:rPr>
              <a:t>Diagramme camembert représentant la répartition générale des clients en fonction du type de carte (Gold, Silver, Blue, Platinum).</a:t>
            </a:r>
            <a:endParaRPr i="1" sz="1200">
              <a:solidFill>
                <a:srgbClr val="333333"/>
              </a:solidFill>
              <a:latin typeface="DM Sans"/>
              <a:ea typeface="DM Sans"/>
              <a:cs typeface="DM Sans"/>
              <a:sym typeface="DM Sans"/>
            </a:endParaRPr>
          </a:p>
          <a:p>
            <a:pPr indent="0" lvl="0" marL="0" rtl="0" algn="l">
              <a:spcBef>
                <a:spcPts val="1200"/>
              </a:spcBef>
              <a:spcAft>
                <a:spcPts val="0"/>
              </a:spcAft>
              <a:buNone/>
            </a:pPr>
            <a:r>
              <a:t/>
            </a:r>
            <a:endParaRPr sz="1300">
              <a:solidFill>
                <a:schemeClr val="dk2"/>
              </a:solidFill>
              <a:latin typeface="Nunito"/>
              <a:ea typeface="Nunito"/>
              <a:cs typeface="Nunito"/>
              <a:sym typeface="Nunito"/>
            </a:endParaRPr>
          </a:p>
        </p:txBody>
      </p:sp>
      <p:pic>
        <p:nvPicPr>
          <p:cNvPr id="331" name="Google Shape;331;g30a7db0e28c_0_20" title="Graphique"/>
          <p:cNvPicPr preferRelativeResize="0"/>
          <p:nvPr/>
        </p:nvPicPr>
        <p:blipFill>
          <a:blip r:embed="rId3">
            <a:alphaModFix/>
          </a:blip>
          <a:stretch>
            <a:fillRect/>
          </a:stretch>
        </p:blipFill>
        <p:spPr>
          <a:xfrm>
            <a:off x="1418399" y="620149"/>
            <a:ext cx="5795001" cy="3586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30a7db0e28c_0_49"/>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41414"/>
              <a:buNone/>
            </a:pPr>
            <a:r>
              <a:rPr lang="fr-FR" sz="2200"/>
              <a:t>Type d’offres</a:t>
            </a:r>
            <a:br>
              <a:rPr lang="fr-FR"/>
            </a:br>
            <a:r>
              <a:rPr b="0" lang="fr-FR" sz="2000"/>
              <a:t>L’analyse des données – Insights</a:t>
            </a:r>
            <a:br>
              <a:rPr lang="fr-FR"/>
            </a:br>
            <a:endParaRPr b="0"/>
          </a:p>
        </p:txBody>
      </p:sp>
      <p:sp>
        <p:nvSpPr>
          <p:cNvPr id="337" name="Google Shape;337;g30a7db0e28c_0_49"/>
          <p:cNvSpPr txBox="1"/>
          <p:nvPr/>
        </p:nvSpPr>
        <p:spPr>
          <a:xfrm>
            <a:off x="755475" y="1775450"/>
            <a:ext cx="7386900" cy="2909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lang="fr-FR" sz="1800">
                <a:solidFill>
                  <a:srgbClr val="333333"/>
                </a:solidFill>
                <a:latin typeface="Maven Pro Medium"/>
                <a:ea typeface="Maven Pro Medium"/>
                <a:cs typeface="Maven Pro Medium"/>
                <a:sym typeface="Maven Pro Medium"/>
              </a:rPr>
              <a:t>La répartition des clients en fonction du type de carte étant similaire pour les deux profils (clients actuels VS perdus), l’on peut en déduire que l’offre carte “bleue” est la plus populaire et de loin et est l’atout principal de notre banque. De plus, nous constatons que l’offre Platinum n’est que très faiblement représentée (moins de 1% des clients), peut-être que celle-ci pourrait retravaillée pour être plus attractive et fidéliser ainsi les clients.</a:t>
            </a:r>
            <a:endParaRPr sz="1800">
              <a:solidFill>
                <a:srgbClr val="333333"/>
              </a:solidFill>
              <a:latin typeface="Maven Pro Medium"/>
              <a:ea typeface="Maven Pro Medium"/>
              <a:cs typeface="Maven Pro Medium"/>
              <a:sym typeface="Maven Pro Medium"/>
            </a:endParaRPr>
          </a:p>
          <a:p>
            <a:pPr indent="0" lvl="0" marL="0" rtl="0" algn="ctr">
              <a:lnSpc>
                <a:spcPct val="115000"/>
              </a:lnSpc>
              <a:spcBef>
                <a:spcPts val="1200"/>
              </a:spcBef>
              <a:spcAft>
                <a:spcPts val="0"/>
              </a:spcAft>
              <a:buNone/>
            </a:pPr>
            <a:r>
              <a:t/>
            </a:r>
            <a:endParaRPr sz="1800">
              <a:solidFill>
                <a:srgbClr val="333333"/>
              </a:solidFill>
              <a:latin typeface="Maven Pro Medium"/>
              <a:ea typeface="Maven Pro Medium"/>
              <a:cs typeface="Maven Pro Medium"/>
              <a:sym typeface="Maven Pro Medium"/>
            </a:endParaRPr>
          </a:p>
          <a:p>
            <a:pPr indent="0" lvl="0" marL="0" rtl="0" algn="ctr">
              <a:spcBef>
                <a:spcPts val="1200"/>
              </a:spcBef>
              <a:spcAft>
                <a:spcPts val="0"/>
              </a:spcAft>
              <a:buNone/>
            </a:pPr>
            <a:r>
              <a:t/>
            </a:r>
            <a:endParaRPr sz="1800">
              <a:solidFill>
                <a:schemeClr val="dk2"/>
              </a:solidFill>
              <a:latin typeface="Maven Pro Medium"/>
              <a:ea typeface="Maven Pro Medium"/>
              <a:cs typeface="Maven Pro Medium"/>
              <a:sym typeface="Maven Pro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30a7db0e28c_0_15"/>
          <p:cNvSpPr txBox="1"/>
          <p:nvPr/>
        </p:nvSpPr>
        <p:spPr>
          <a:xfrm>
            <a:off x="604200" y="4459875"/>
            <a:ext cx="7935600" cy="441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i="1" lang="fr-FR" sz="1200">
                <a:solidFill>
                  <a:srgbClr val="333333"/>
                </a:solidFill>
                <a:latin typeface="DM Sans"/>
                <a:ea typeface="DM Sans"/>
                <a:cs typeface="DM Sans"/>
                <a:sym typeface="DM Sans"/>
              </a:rPr>
              <a:t>Répartition des clients actuels VS perdus en fonction de leur durée d’engagement actuelle en mois.</a:t>
            </a:r>
            <a:endParaRPr i="1" sz="1200">
              <a:solidFill>
                <a:srgbClr val="333333"/>
              </a:solidFill>
              <a:latin typeface="DM Sans"/>
              <a:ea typeface="DM Sans"/>
              <a:cs typeface="DM Sans"/>
              <a:sym typeface="DM Sans"/>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pic>
        <p:nvPicPr>
          <p:cNvPr id="343" name="Google Shape;343;g30a7db0e28c_0_15" title="Graphique"/>
          <p:cNvPicPr preferRelativeResize="0"/>
          <p:nvPr/>
        </p:nvPicPr>
        <p:blipFill>
          <a:blip r:embed="rId3">
            <a:alphaModFix/>
          </a:blip>
          <a:stretch>
            <a:fillRect/>
          </a:stretch>
        </p:blipFill>
        <p:spPr>
          <a:xfrm>
            <a:off x="1156475" y="233525"/>
            <a:ext cx="6831050" cy="42263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0a7db0e28c_0_44"/>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41414"/>
              <a:buNone/>
            </a:pPr>
            <a:r>
              <a:rPr lang="fr-FR" sz="2200"/>
              <a:t>Durée d’engagement</a:t>
            </a:r>
            <a:br>
              <a:rPr lang="fr-FR"/>
            </a:br>
            <a:r>
              <a:rPr b="0" lang="fr-FR" sz="2000"/>
              <a:t>L’analyse des données – Insights</a:t>
            </a:r>
            <a:br>
              <a:rPr lang="fr-FR"/>
            </a:br>
            <a:endParaRPr b="0"/>
          </a:p>
        </p:txBody>
      </p:sp>
      <p:sp>
        <p:nvSpPr>
          <p:cNvPr id="349" name="Google Shape;349;g30a7db0e28c_0_44"/>
          <p:cNvSpPr txBox="1"/>
          <p:nvPr/>
        </p:nvSpPr>
        <p:spPr>
          <a:xfrm>
            <a:off x="755475" y="1775450"/>
            <a:ext cx="7386900" cy="2909700"/>
          </a:xfrm>
          <a:prstGeom prst="rect">
            <a:avLst/>
          </a:prstGeom>
          <a:noFill/>
          <a:ln>
            <a:noFill/>
          </a:ln>
        </p:spPr>
        <p:txBody>
          <a:bodyPr anchorCtr="0" anchor="t" bIns="91425" lIns="91425" spcFirstLastPara="1" rIns="91425" wrap="square" tIns="91425">
            <a:noAutofit/>
          </a:bodyPr>
          <a:lstStyle/>
          <a:p>
            <a:pPr indent="0" lvl="0" marL="0" rtl="0" algn="ctr">
              <a:lnSpc>
                <a:spcPct val="131891"/>
              </a:lnSpc>
              <a:spcBef>
                <a:spcPts val="1400"/>
              </a:spcBef>
              <a:spcAft>
                <a:spcPts val="0"/>
              </a:spcAft>
              <a:buNone/>
            </a:pPr>
            <a:r>
              <a:rPr lang="fr-FR" sz="1700">
                <a:solidFill>
                  <a:srgbClr val="333333"/>
                </a:solidFill>
                <a:latin typeface="Maven Pro Medium"/>
                <a:ea typeface="Maven Pro Medium"/>
                <a:cs typeface="Maven Pro Medium"/>
                <a:sym typeface="Maven Pro Medium"/>
              </a:rPr>
              <a:t>Nous pouvons voir se dégager une tendance nette, les clients partent massivement juste après le 36ème mois. Cette date représentant une durée d’engagement standard pour un contrat, elle doit correspondre à la fin d’avantages liés à cette période. Les clients choisissent donc de partir car ils ne bénéficient plus des avantages après cette période. Peut-être qu’une offre attractive passer le premier contrat de 36 mois permettrait une meilleure rétention des clients. La date de 36 mois est donc une date cruciale à surveiller pour les clients actuels.</a:t>
            </a:r>
            <a:endParaRPr sz="1700">
              <a:solidFill>
                <a:schemeClr val="dk2"/>
              </a:solidFill>
              <a:latin typeface="Maven Pro Medium"/>
              <a:ea typeface="Maven Pro Medium"/>
              <a:cs typeface="Maven Pro Medium"/>
              <a:sym typeface="Maven Pro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pic>
        <p:nvPicPr>
          <p:cNvPr id="354" name="Google Shape;354;g30a7db0e28c_0_64"/>
          <p:cNvPicPr preferRelativeResize="0"/>
          <p:nvPr/>
        </p:nvPicPr>
        <p:blipFill>
          <a:blip r:embed="rId3">
            <a:alphaModFix/>
          </a:blip>
          <a:stretch>
            <a:fillRect/>
          </a:stretch>
        </p:blipFill>
        <p:spPr>
          <a:xfrm>
            <a:off x="627299" y="771825"/>
            <a:ext cx="7771848" cy="4371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30a8c9dc86b_0_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FR"/>
              <a:t>Estimation clients à risques</a:t>
            </a:r>
            <a:endParaRPr/>
          </a:p>
        </p:txBody>
      </p:sp>
      <p:sp>
        <p:nvSpPr>
          <p:cNvPr id="360" name="Google Shape;360;g30a8c9dc86b_0_0"/>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FR" sz="1800">
                <a:latin typeface="Maven Pro Medium"/>
                <a:ea typeface="Maven Pro Medium"/>
                <a:cs typeface="Maven Pro Medium"/>
                <a:sym typeface="Maven Pro Medium"/>
              </a:rPr>
              <a:t>En utilisant tous les critères cités précédemment et en analysant notre tableau de données, nous arrivons à un chiffre de 47 clients actuels sur 8491, soit une proportion de 0.55% de clients présentant un risque majeur de quitter la banque.</a:t>
            </a:r>
            <a:endParaRPr sz="1800">
              <a:latin typeface="Maven Pro Medium"/>
              <a:ea typeface="Maven Pro Medium"/>
              <a:cs typeface="Maven Pro Medium"/>
              <a:sym typeface="Maven Pro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6"/>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fr-FR"/>
              <a:t>Bilan et recommandations</a:t>
            </a:r>
            <a:br>
              <a:rPr lang="fr-FR"/>
            </a:br>
            <a:endParaRPr b="0"/>
          </a:p>
        </p:txBody>
      </p:sp>
      <p:sp>
        <p:nvSpPr>
          <p:cNvPr id="366" name="Google Shape;366;p6"/>
          <p:cNvSpPr txBox="1"/>
          <p:nvPr/>
        </p:nvSpPr>
        <p:spPr>
          <a:xfrm>
            <a:off x="755475" y="1775450"/>
            <a:ext cx="7386900" cy="2909700"/>
          </a:xfrm>
          <a:prstGeom prst="rect">
            <a:avLst/>
          </a:prstGeom>
          <a:noFill/>
          <a:ln>
            <a:noFill/>
          </a:ln>
        </p:spPr>
        <p:txBody>
          <a:bodyPr anchorCtr="0" anchor="t" bIns="91425" lIns="91425" spcFirstLastPara="1" rIns="91425" wrap="square" tIns="91425">
            <a:noAutofit/>
          </a:bodyPr>
          <a:lstStyle/>
          <a:p>
            <a:pPr indent="-336550" lvl="0" marL="457200" rtl="0" algn="l">
              <a:lnSpc>
                <a:spcPct val="131891"/>
              </a:lnSpc>
              <a:spcBef>
                <a:spcPts val="1400"/>
              </a:spcBef>
              <a:spcAft>
                <a:spcPts val="0"/>
              </a:spcAft>
              <a:buClr>
                <a:schemeClr val="dk2"/>
              </a:buClr>
              <a:buSzPts val="1700"/>
              <a:buFont typeface="Maven Pro Medium"/>
              <a:buChar char="-"/>
            </a:pPr>
            <a:r>
              <a:rPr lang="fr-FR" sz="1700">
                <a:solidFill>
                  <a:srgbClr val="333333"/>
                </a:solidFill>
                <a:latin typeface="Maven Pro Medium"/>
                <a:ea typeface="Maven Pro Medium"/>
                <a:cs typeface="Maven Pro Medium"/>
                <a:sym typeface="Maven Pro Medium"/>
              </a:rPr>
              <a:t>Surveiller les clients inactifs depuis plus de 4 mois.</a:t>
            </a:r>
            <a:endParaRPr sz="1700">
              <a:solidFill>
                <a:srgbClr val="333333"/>
              </a:solidFill>
              <a:latin typeface="Maven Pro Medium"/>
              <a:ea typeface="Maven Pro Medium"/>
              <a:cs typeface="Maven Pro Medium"/>
              <a:sym typeface="Maven Pro Medium"/>
            </a:endParaRPr>
          </a:p>
          <a:p>
            <a:pPr indent="-336550" lvl="0" marL="457200" rtl="0" algn="l">
              <a:lnSpc>
                <a:spcPct val="131891"/>
              </a:lnSpc>
              <a:spcBef>
                <a:spcPts val="0"/>
              </a:spcBef>
              <a:spcAft>
                <a:spcPts val="0"/>
              </a:spcAft>
              <a:buClr>
                <a:srgbClr val="333333"/>
              </a:buClr>
              <a:buSzPts val="1700"/>
              <a:buFont typeface="Maven Pro Medium"/>
              <a:buChar char="-"/>
            </a:pPr>
            <a:r>
              <a:rPr lang="fr-FR" sz="1700">
                <a:solidFill>
                  <a:srgbClr val="333333"/>
                </a:solidFill>
                <a:latin typeface="Maven Pro Medium"/>
                <a:ea typeface="Maven Pro Medium"/>
                <a:cs typeface="Maven Pro Medium"/>
                <a:sym typeface="Maven Pro Medium"/>
              </a:rPr>
              <a:t>Surveiller les clients ayant moins de 50 transactions par mois.</a:t>
            </a:r>
            <a:endParaRPr sz="1700">
              <a:solidFill>
                <a:srgbClr val="333333"/>
              </a:solidFill>
              <a:latin typeface="Maven Pro Medium"/>
              <a:ea typeface="Maven Pro Medium"/>
              <a:cs typeface="Maven Pro Medium"/>
              <a:sym typeface="Maven Pro Medium"/>
            </a:endParaRPr>
          </a:p>
          <a:p>
            <a:pPr indent="-336550" lvl="0" marL="457200" rtl="0" algn="l">
              <a:lnSpc>
                <a:spcPct val="131891"/>
              </a:lnSpc>
              <a:spcBef>
                <a:spcPts val="0"/>
              </a:spcBef>
              <a:spcAft>
                <a:spcPts val="0"/>
              </a:spcAft>
              <a:buClr>
                <a:srgbClr val="333333"/>
              </a:buClr>
              <a:buSzPts val="1700"/>
              <a:buFont typeface="Maven Pro Medium"/>
              <a:buChar char="-"/>
            </a:pPr>
            <a:r>
              <a:rPr lang="fr-FR" sz="1700">
                <a:solidFill>
                  <a:srgbClr val="333333"/>
                </a:solidFill>
                <a:latin typeface="Maven Pro Medium"/>
                <a:ea typeface="Maven Pro Medium"/>
                <a:cs typeface="Maven Pro Medium"/>
                <a:sym typeface="Maven Pro Medium"/>
              </a:rPr>
              <a:t>Surveiller les clients ayant un revenu supérieur à 50k/an.</a:t>
            </a:r>
            <a:endParaRPr sz="1700">
              <a:solidFill>
                <a:srgbClr val="333333"/>
              </a:solidFill>
              <a:latin typeface="Maven Pro Medium"/>
              <a:ea typeface="Maven Pro Medium"/>
              <a:cs typeface="Maven Pro Medium"/>
              <a:sym typeface="Maven Pro Medium"/>
            </a:endParaRPr>
          </a:p>
          <a:p>
            <a:pPr indent="-336550" lvl="0" marL="457200" rtl="0" algn="l">
              <a:lnSpc>
                <a:spcPct val="131891"/>
              </a:lnSpc>
              <a:spcBef>
                <a:spcPts val="0"/>
              </a:spcBef>
              <a:spcAft>
                <a:spcPts val="0"/>
              </a:spcAft>
              <a:buClr>
                <a:srgbClr val="333333"/>
              </a:buClr>
              <a:buSzPts val="1700"/>
              <a:buFont typeface="Maven Pro Medium"/>
              <a:buChar char="-"/>
            </a:pPr>
            <a:r>
              <a:rPr lang="fr-FR" sz="1700">
                <a:solidFill>
                  <a:srgbClr val="333333"/>
                </a:solidFill>
                <a:latin typeface="Maven Pro Medium"/>
                <a:ea typeface="Maven Pro Medium"/>
                <a:cs typeface="Maven Pro Medium"/>
                <a:sym typeface="Maven Pro Medium"/>
              </a:rPr>
              <a:t>Proposer un package attractif pour les clients présents depuis plus de 36 mois.</a:t>
            </a:r>
            <a:endParaRPr sz="1700">
              <a:solidFill>
                <a:srgbClr val="333333"/>
              </a:solidFill>
              <a:latin typeface="Maven Pro Medium"/>
              <a:ea typeface="Maven Pro Medium"/>
              <a:cs typeface="Maven Pro Medium"/>
              <a:sym typeface="Maven Pro Medium"/>
            </a:endParaRPr>
          </a:p>
          <a:p>
            <a:pPr indent="-336550" lvl="0" marL="457200" rtl="0" algn="l">
              <a:lnSpc>
                <a:spcPct val="131891"/>
              </a:lnSpc>
              <a:spcBef>
                <a:spcPts val="0"/>
              </a:spcBef>
              <a:spcAft>
                <a:spcPts val="0"/>
              </a:spcAft>
              <a:buClr>
                <a:srgbClr val="333333"/>
              </a:buClr>
              <a:buSzPts val="1700"/>
              <a:buFont typeface="Maven Pro Medium"/>
              <a:buChar char="-"/>
            </a:pPr>
            <a:r>
              <a:rPr lang="fr-FR" sz="1700">
                <a:solidFill>
                  <a:srgbClr val="333333"/>
                </a:solidFill>
                <a:latin typeface="Maven Pro Medium"/>
                <a:ea typeface="Maven Pro Medium"/>
                <a:cs typeface="Maven Pro Medium"/>
                <a:sym typeface="Maven Pro Medium"/>
              </a:rPr>
              <a:t>Refondre l’offre Platine pour la rendre plus attractive auprès des clients.</a:t>
            </a:r>
            <a:endParaRPr sz="1700">
              <a:solidFill>
                <a:srgbClr val="333333"/>
              </a:solidFill>
              <a:latin typeface="Maven Pro Medium"/>
              <a:ea typeface="Maven Pro Medium"/>
              <a:cs typeface="Maven Pro Medium"/>
              <a:sym typeface="Maven Pro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0" name="Shape 370"/>
        <p:cNvGrpSpPr/>
        <p:nvPr/>
      </p:nvGrpSpPr>
      <p:grpSpPr>
        <a:xfrm>
          <a:off x="0" y="0"/>
          <a:ext cx="0" cy="0"/>
          <a:chOff x="0" y="0"/>
          <a:chExt cx="0" cy="0"/>
        </a:xfrm>
      </p:grpSpPr>
      <p:sp>
        <p:nvSpPr>
          <p:cNvPr id="371" name="Google Shape;371;p7"/>
          <p:cNvSpPr txBox="1"/>
          <p:nvPr/>
        </p:nvSpPr>
        <p:spPr>
          <a:xfrm>
            <a:off x="631850" y="2676825"/>
            <a:ext cx="5692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lang="fr-FR" sz="2000">
                <a:solidFill>
                  <a:schemeClr val="lt1"/>
                </a:solidFill>
                <a:latin typeface="Titillium Web"/>
                <a:ea typeface="Titillium Web"/>
                <a:cs typeface="Titillium Web"/>
                <a:sym typeface="Titillium Web"/>
              </a:rPr>
              <a:t>Merci pour votre attention !</a:t>
            </a:r>
            <a:endParaRPr b="0" i="0" sz="2000" u="none" cap="none" strike="noStrike">
              <a:solidFill>
                <a:schemeClr val="lt1"/>
              </a:solidFill>
              <a:latin typeface="Titillium Web"/>
              <a:ea typeface="Titillium Web"/>
              <a:cs typeface="Titillium Web"/>
              <a:sym typeface="Titillium Web"/>
            </a:endParaRPr>
          </a:p>
        </p:txBody>
      </p:sp>
      <p:sp>
        <p:nvSpPr>
          <p:cNvPr id="372" name="Google Shape;372;p7"/>
          <p:cNvSpPr txBox="1"/>
          <p:nvPr/>
        </p:nvSpPr>
        <p:spPr>
          <a:xfrm>
            <a:off x="930100" y="2723025"/>
            <a:ext cx="6443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JeYjEy</dc:creator>
</cp:coreProperties>
</file>